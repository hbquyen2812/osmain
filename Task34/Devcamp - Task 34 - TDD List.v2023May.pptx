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9" r:id="rId5"/>
    <p:sldMasterId id="214748369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8EF567-7059-4936-83AA-EED77D8B6495}">
  <a:tblStyle styleId="{9B8EF567-7059-4936-83AA-EED77D8B649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c77b3fb631_0_3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2c77b3fb631_0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dfb9f6b3a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dfb9f6b3a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dfb9f6b3af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dfb9f6b3af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4a1c8830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4a1c8830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4a1c88301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4a1c88301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4a1c88301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4a1c88301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4a1c88301c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4a1c88301c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0a484812a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0a484812a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4bb4f567e0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4bb4f567e0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ca1e57711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ca1e57711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ce5d024db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ce5d024db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ce7cc0c1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ce7cc0c1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30429618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30429618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ce7cc0c13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ce7cc0c13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0a484812a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0a484812a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6d0d176802_0_8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26d0d176802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c7b7436d0b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c7b7436d0b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633d81e96f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633d81e96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633d81e96f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633d81e96f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633d81e96f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633d81e96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633d81e96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633d81e96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633d81e96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633d81e96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633d81e96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633d81e96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633d81e96f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633d81e96f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633d81e96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633d81e96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633d81e96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633d81e96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633d81e96f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633d81e96f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633d81e96f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633d81e96f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jp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rtl="0" algn="ctr">
              <a:lnSpc>
                <a:spcPct val="90000"/>
              </a:lnSpc>
              <a:spcBef>
                <a:spcPts val="0"/>
              </a:spcBef>
              <a:spcAft>
                <a:spcPts val="0"/>
              </a:spcAft>
              <a:buClr>
                <a:schemeClr val="dk1"/>
              </a:buClr>
              <a:buSzPts val="4500"/>
              <a:buFont typeface="Calibri"/>
              <a:buNone/>
              <a:defRPr sz="45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 name="Google Shape;13;p2"/>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14" name="Google Shape;14;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5" name="Google Shape;15;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6" name="Google Shape;16;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9" name="Google Shape;19;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0" name="Google Shape;20;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 name="Google Shape;21;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2" name="Google Shape;22;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5" name="Google Shape;25;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6" name="Google Shape;26;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7" name="Google Shape;27;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0" name="Google Shape;30;p5"/>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31" name="Google Shape;31;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2" name="Google Shape;32;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3" name="Google Shape;33;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6" name="Google Shape;36;p6"/>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7" name="Google Shape;37;p6"/>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8" name="Google Shape;38;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9" name="Google Shape;39;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40" name="Google Shape;40;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43" name="Google Shape;43;p7"/>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44" name="Google Shape;44;p7"/>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5" name="Google Shape;45;p7"/>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46" name="Google Shape;46;p7"/>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7" name="Google Shape;47;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48" name="Google Shape;48;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49" name="Google Shape;49;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2" name="Google Shape;52;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3" name="Google Shape;53;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6" name="Google Shape;56;p9"/>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57" name="Google Shape;57;p9"/>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58" name="Google Shape;58;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9" name="Google Shape;59;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0" name="Google Shape;60;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3" name="Google Shape;63;p10"/>
          <p:cNvSpPr/>
          <p:nvPr>
            <p:ph idx="2" type="pic"/>
          </p:nvPr>
        </p:nvSpPr>
        <p:spPr>
          <a:xfrm>
            <a:off x="3887391" y="740569"/>
            <a:ext cx="4629300" cy="3655200"/>
          </a:xfrm>
          <a:prstGeom prst="rect">
            <a:avLst/>
          </a:prstGeom>
          <a:noFill/>
          <a:ln>
            <a:noFill/>
          </a:ln>
        </p:spPr>
      </p:sp>
      <p:sp>
        <p:nvSpPr>
          <p:cNvPr id="64" name="Google Shape;64;p10"/>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65" name="Google Shape;65;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6" name="Google Shape;66;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7" name="Google Shape;67;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0" name="Google Shape;70;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1" name="Google Shape;71;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2" name="Google Shape;72;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3" name="Google Shape;73;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6" name="Google Shape;76;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7" name="Google Shape;77;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8" name="Google Shape;78;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9" name="Google Shape;79;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SzPts val="33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2" name="Google Shape;82;p13"/>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lvl1pPr indent="-361950" lvl="0" marL="457200" rtl="0" algn="l">
              <a:lnSpc>
                <a:spcPct val="90000"/>
              </a:lnSpc>
              <a:spcBef>
                <a:spcPts val="800"/>
              </a:spcBef>
              <a:spcAft>
                <a:spcPts val="0"/>
              </a:spcAft>
              <a:buSzPts val="2100"/>
              <a:buChar char="•"/>
              <a:defRPr/>
            </a:lvl1pPr>
            <a:lvl2pPr indent="-342900" lvl="1" marL="914400" rtl="0" algn="l">
              <a:lnSpc>
                <a:spcPct val="90000"/>
              </a:lnSpc>
              <a:spcBef>
                <a:spcPts val="400"/>
              </a:spcBef>
              <a:spcAft>
                <a:spcPts val="0"/>
              </a:spcAft>
              <a:buSzPts val="1800"/>
              <a:buChar char="•"/>
              <a:defRPr/>
            </a:lvl2pPr>
            <a:lvl3pPr indent="-323850" lvl="2" marL="1371600" rtl="0" algn="l">
              <a:lnSpc>
                <a:spcPct val="90000"/>
              </a:lnSpc>
              <a:spcBef>
                <a:spcPts val="400"/>
              </a:spcBef>
              <a:spcAft>
                <a:spcPts val="0"/>
              </a:spcAft>
              <a:buSzPts val="1500"/>
              <a:buChar char="•"/>
              <a:defRPr/>
            </a:lvl3pPr>
            <a:lvl4pPr indent="-317500" lvl="3" marL="1828800" rtl="0" algn="l">
              <a:lnSpc>
                <a:spcPct val="90000"/>
              </a:lnSpc>
              <a:spcBef>
                <a:spcPts val="400"/>
              </a:spcBef>
              <a:spcAft>
                <a:spcPts val="0"/>
              </a:spcAft>
              <a:buSzPts val="1400"/>
              <a:buChar char="•"/>
              <a:defRPr/>
            </a:lvl4pPr>
            <a:lvl5pPr indent="-317500" lvl="4" marL="2286000" rtl="0" algn="l">
              <a:lnSpc>
                <a:spcPct val="90000"/>
              </a:lnSpc>
              <a:spcBef>
                <a:spcPts val="400"/>
              </a:spcBef>
              <a:spcAft>
                <a:spcPts val="0"/>
              </a:spcAft>
              <a:buSzPts val="1400"/>
              <a:buChar char="•"/>
              <a:defRPr/>
            </a:lvl5pPr>
            <a:lvl6pPr indent="-317500" lvl="5" marL="2743200" rtl="0" algn="l">
              <a:lnSpc>
                <a:spcPct val="90000"/>
              </a:lnSpc>
              <a:spcBef>
                <a:spcPts val="400"/>
              </a:spcBef>
              <a:spcAft>
                <a:spcPts val="0"/>
              </a:spcAft>
              <a:buSzPts val="1400"/>
              <a:buChar char="•"/>
              <a:defRPr/>
            </a:lvl6pPr>
            <a:lvl7pPr indent="-317500" lvl="6" marL="3200400" rtl="0" algn="l">
              <a:lnSpc>
                <a:spcPct val="90000"/>
              </a:lnSpc>
              <a:spcBef>
                <a:spcPts val="400"/>
              </a:spcBef>
              <a:spcAft>
                <a:spcPts val="0"/>
              </a:spcAft>
              <a:buSzPts val="1400"/>
              <a:buChar char="•"/>
              <a:defRPr/>
            </a:lvl7pPr>
            <a:lvl8pPr indent="-317500" lvl="7" marL="3657600" rtl="0" algn="l">
              <a:lnSpc>
                <a:spcPct val="90000"/>
              </a:lnSpc>
              <a:spcBef>
                <a:spcPts val="400"/>
              </a:spcBef>
              <a:spcAft>
                <a:spcPts val="0"/>
              </a:spcAft>
              <a:buSzPts val="1400"/>
              <a:buChar char="•"/>
              <a:defRPr/>
            </a:lvl8pPr>
            <a:lvl9pPr indent="-317500" lvl="8" marL="4114800" rtl="0" algn="l">
              <a:lnSpc>
                <a:spcPct val="90000"/>
              </a:lnSpc>
              <a:spcBef>
                <a:spcPts val="400"/>
              </a:spcBef>
              <a:spcAft>
                <a:spcPts val="0"/>
              </a:spcAft>
              <a:buSzPts val="1400"/>
              <a:buChar char="•"/>
              <a:defRPr/>
            </a:lvl9pPr>
          </a:lstStyle>
          <a:p/>
        </p:txBody>
      </p:sp>
      <p:sp>
        <p:nvSpPr>
          <p:cNvPr id="83" name="Google Shape;83;p13"/>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84" name="Shape 84"/>
        <p:cNvGrpSpPr/>
        <p:nvPr/>
      </p:nvGrpSpPr>
      <p:grpSpPr>
        <a:xfrm>
          <a:off x="0" y="0"/>
          <a:ext cx="0" cy="0"/>
          <a:chOff x="0" y="0"/>
          <a:chExt cx="0" cy="0"/>
        </a:xfrm>
      </p:grpSpPr>
      <p:sp>
        <p:nvSpPr>
          <p:cNvPr id="85" name="Google Shape;85;p1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88" name="Shape 88"/>
        <p:cNvGrpSpPr/>
        <p:nvPr/>
      </p:nvGrpSpPr>
      <p:grpSpPr>
        <a:xfrm>
          <a:off x="0" y="0"/>
          <a:ext cx="0" cy="0"/>
          <a:chOff x="0" y="0"/>
          <a:chExt cx="0" cy="0"/>
        </a:xfrm>
      </p:grpSpPr>
      <p:sp>
        <p:nvSpPr>
          <p:cNvPr id="89" name="Google Shape;89;p1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90" name="Shape 90"/>
        <p:cNvGrpSpPr/>
        <p:nvPr/>
      </p:nvGrpSpPr>
      <p:grpSpPr>
        <a:xfrm>
          <a:off x="0" y="0"/>
          <a:ext cx="0" cy="0"/>
          <a:chOff x="0" y="0"/>
          <a:chExt cx="0" cy="0"/>
        </a:xfrm>
      </p:grpSpPr>
      <p:sp>
        <p:nvSpPr>
          <p:cNvPr id="91" name="Google Shape;91;p1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92" name="Shape 92"/>
        <p:cNvGrpSpPr/>
        <p:nvPr/>
      </p:nvGrpSpPr>
      <p:grpSpPr>
        <a:xfrm>
          <a:off x="0" y="0"/>
          <a:ext cx="0" cy="0"/>
          <a:chOff x="0" y="0"/>
          <a:chExt cx="0" cy="0"/>
        </a:xfrm>
      </p:grpSpPr>
      <p:sp>
        <p:nvSpPr>
          <p:cNvPr id="93" name="Google Shape;93;p1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_1">
  <p:cSld name="TITLE_1_1">
    <p:spTree>
      <p:nvGrpSpPr>
        <p:cNvPr id="94" name="Shape 94"/>
        <p:cNvGrpSpPr/>
        <p:nvPr/>
      </p:nvGrpSpPr>
      <p:grpSpPr>
        <a:xfrm>
          <a:off x="0" y="0"/>
          <a:ext cx="0" cy="0"/>
          <a:chOff x="0" y="0"/>
          <a:chExt cx="0" cy="0"/>
        </a:xfrm>
      </p:grpSpPr>
      <p:sp>
        <p:nvSpPr>
          <p:cNvPr id="95" name="Google Shape;95;p19"/>
          <p:cNvSpPr txBox="1"/>
          <p:nvPr>
            <p:ph type="ctrTitle"/>
          </p:nvPr>
        </p:nvSpPr>
        <p:spPr>
          <a:xfrm>
            <a:off x="311708" y="744575"/>
            <a:ext cx="8520600" cy="2052600"/>
          </a:xfrm>
          <a:prstGeom prst="rect">
            <a:avLst/>
          </a:prstGeom>
          <a:noFill/>
          <a:ln>
            <a:noFill/>
          </a:ln>
        </p:spPr>
        <p:txBody>
          <a:bodyPr anchorCtr="0" anchor="b" bIns="34275" lIns="68575" spcFirstLastPara="1" rIns="68575" wrap="square" tIns="34275">
            <a:normAutofit/>
          </a:bodyPr>
          <a:lstStyle>
            <a:lvl1pPr lvl="0" rtl="0" algn="ctr">
              <a:lnSpc>
                <a:spcPct val="9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96" name="Google Shape;96;p19"/>
          <p:cNvSpPr txBox="1"/>
          <p:nvPr>
            <p:ph idx="1" type="subTitle"/>
          </p:nvPr>
        </p:nvSpPr>
        <p:spPr>
          <a:xfrm>
            <a:off x="311700" y="2834125"/>
            <a:ext cx="8520600" cy="792600"/>
          </a:xfrm>
          <a:prstGeom prst="rect">
            <a:avLst/>
          </a:prstGeom>
          <a:noFill/>
          <a:ln>
            <a:noFill/>
          </a:ln>
        </p:spPr>
        <p:txBody>
          <a:bodyPr anchorCtr="0" anchor="t" bIns="34275" lIns="68575" spcFirstLastPara="1" rIns="68575" wrap="square" tIns="34275">
            <a:normAutofit/>
          </a:bodyPr>
          <a:lstStyle>
            <a:lvl1pPr lvl="0" rtl="0" algn="ctr">
              <a:lnSpc>
                <a:spcPct val="100000"/>
              </a:lnSpc>
              <a:spcBef>
                <a:spcPts val="800"/>
              </a:spcBef>
              <a:spcAft>
                <a:spcPts val="0"/>
              </a:spcAft>
              <a:buSzPts val="2800"/>
              <a:buNone/>
              <a:defRPr sz="2800"/>
            </a:lvl1pPr>
            <a:lvl2pPr lvl="1" rtl="0" algn="ctr">
              <a:lnSpc>
                <a:spcPct val="100000"/>
              </a:lnSpc>
              <a:spcBef>
                <a:spcPts val="400"/>
              </a:spcBef>
              <a:spcAft>
                <a:spcPts val="0"/>
              </a:spcAft>
              <a:buSzPts val="2800"/>
              <a:buNone/>
              <a:defRPr sz="2800"/>
            </a:lvl2pPr>
            <a:lvl3pPr lvl="2" rtl="0" algn="ctr">
              <a:lnSpc>
                <a:spcPct val="100000"/>
              </a:lnSpc>
              <a:spcBef>
                <a:spcPts val="400"/>
              </a:spcBef>
              <a:spcAft>
                <a:spcPts val="0"/>
              </a:spcAft>
              <a:buSzPts val="2800"/>
              <a:buNone/>
              <a:defRPr sz="2800"/>
            </a:lvl3pPr>
            <a:lvl4pPr lvl="3" rtl="0" algn="ctr">
              <a:lnSpc>
                <a:spcPct val="100000"/>
              </a:lnSpc>
              <a:spcBef>
                <a:spcPts val="400"/>
              </a:spcBef>
              <a:spcAft>
                <a:spcPts val="0"/>
              </a:spcAft>
              <a:buSzPts val="2800"/>
              <a:buNone/>
              <a:defRPr sz="2800"/>
            </a:lvl4pPr>
            <a:lvl5pPr lvl="4" rtl="0" algn="ctr">
              <a:lnSpc>
                <a:spcPct val="100000"/>
              </a:lnSpc>
              <a:spcBef>
                <a:spcPts val="400"/>
              </a:spcBef>
              <a:spcAft>
                <a:spcPts val="0"/>
              </a:spcAft>
              <a:buSzPts val="2800"/>
              <a:buNone/>
              <a:defRPr sz="2800"/>
            </a:lvl5pPr>
            <a:lvl6pPr lvl="5" rtl="0" algn="ctr">
              <a:lnSpc>
                <a:spcPct val="100000"/>
              </a:lnSpc>
              <a:spcBef>
                <a:spcPts val="400"/>
              </a:spcBef>
              <a:spcAft>
                <a:spcPts val="0"/>
              </a:spcAft>
              <a:buSzPts val="2800"/>
              <a:buNone/>
              <a:defRPr sz="2800"/>
            </a:lvl6pPr>
            <a:lvl7pPr lvl="6" rtl="0" algn="ctr">
              <a:lnSpc>
                <a:spcPct val="100000"/>
              </a:lnSpc>
              <a:spcBef>
                <a:spcPts val="400"/>
              </a:spcBef>
              <a:spcAft>
                <a:spcPts val="0"/>
              </a:spcAft>
              <a:buSzPts val="2800"/>
              <a:buNone/>
              <a:defRPr sz="2800"/>
            </a:lvl7pPr>
            <a:lvl8pPr lvl="7" rtl="0" algn="ctr">
              <a:lnSpc>
                <a:spcPct val="100000"/>
              </a:lnSpc>
              <a:spcBef>
                <a:spcPts val="400"/>
              </a:spcBef>
              <a:spcAft>
                <a:spcPts val="0"/>
              </a:spcAft>
              <a:buSzPts val="2800"/>
              <a:buNone/>
              <a:defRPr sz="2800"/>
            </a:lvl8pPr>
            <a:lvl9pPr lvl="8" rtl="0" algn="ctr">
              <a:lnSpc>
                <a:spcPct val="100000"/>
              </a:lnSpc>
              <a:spcBef>
                <a:spcPts val="400"/>
              </a:spcBef>
              <a:spcAft>
                <a:spcPts val="0"/>
              </a:spcAft>
              <a:buSzPts val="2800"/>
              <a:buNone/>
              <a:defRPr sz="2800"/>
            </a:lvl9pPr>
          </a:lstStyle>
          <a:p/>
        </p:txBody>
      </p:sp>
      <p:sp>
        <p:nvSpPr>
          <p:cNvPr id="97" name="Google Shape;97;p19"/>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8" name="Shape 98"/>
        <p:cNvGrpSpPr/>
        <p:nvPr/>
      </p:nvGrpSpPr>
      <p:grpSpPr>
        <a:xfrm>
          <a:off x="0" y="0"/>
          <a:ext cx="0" cy="0"/>
          <a:chOff x="0" y="0"/>
          <a:chExt cx="0" cy="0"/>
        </a:xfrm>
      </p:grpSpPr>
      <p:sp>
        <p:nvSpPr>
          <p:cNvPr id="99" name="Google Shape;99;p2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100" name="Shape 100"/>
        <p:cNvGrpSpPr/>
        <p:nvPr/>
      </p:nvGrpSpPr>
      <p:grpSpPr>
        <a:xfrm>
          <a:off x="0" y="0"/>
          <a:ext cx="0" cy="0"/>
          <a:chOff x="0" y="0"/>
          <a:chExt cx="0" cy="0"/>
        </a:xfrm>
      </p:grpSpPr>
      <p:sp>
        <p:nvSpPr>
          <p:cNvPr id="101" name="Google Shape;101;p2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8">
  <p:cSld name="TITLE_8">
    <p:spTree>
      <p:nvGrpSpPr>
        <p:cNvPr id="102" name="Shape 102"/>
        <p:cNvGrpSpPr/>
        <p:nvPr/>
      </p:nvGrpSpPr>
      <p:grpSpPr>
        <a:xfrm>
          <a:off x="0" y="0"/>
          <a:ext cx="0" cy="0"/>
          <a:chOff x="0" y="0"/>
          <a:chExt cx="0" cy="0"/>
        </a:xfrm>
      </p:grpSpPr>
      <p:sp>
        <p:nvSpPr>
          <p:cNvPr id="103" name="Google Shape;103;p2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9">
  <p:cSld name="TITLE_9">
    <p:spTree>
      <p:nvGrpSpPr>
        <p:cNvPr id="104" name="Shape 104"/>
        <p:cNvGrpSpPr/>
        <p:nvPr/>
      </p:nvGrpSpPr>
      <p:grpSpPr>
        <a:xfrm>
          <a:off x="0" y="0"/>
          <a:ext cx="0" cy="0"/>
          <a:chOff x="0" y="0"/>
          <a:chExt cx="0" cy="0"/>
        </a:xfrm>
      </p:grpSpPr>
      <p:sp>
        <p:nvSpPr>
          <p:cNvPr id="105" name="Google Shape;105;p2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0">
  <p:cSld name="TITLE_10">
    <p:spTree>
      <p:nvGrpSpPr>
        <p:cNvPr id="106" name="Shape 106"/>
        <p:cNvGrpSpPr/>
        <p:nvPr/>
      </p:nvGrpSpPr>
      <p:grpSpPr>
        <a:xfrm>
          <a:off x="0" y="0"/>
          <a:ext cx="0" cy="0"/>
          <a:chOff x="0" y="0"/>
          <a:chExt cx="0" cy="0"/>
        </a:xfrm>
      </p:grpSpPr>
      <p:sp>
        <p:nvSpPr>
          <p:cNvPr id="107" name="Google Shape;107;p2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1">
  <p:cSld name="TITLE_11">
    <p:spTree>
      <p:nvGrpSpPr>
        <p:cNvPr id="108" name="Shape 108"/>
        <p:cNvGrpSpPr/>
        <p:nvPr/>
      </p:nvGrpSpPr>
      <p:grpSpPr>
        <a:xfrm>
          <a:off x="0" y="0"/>
          <a:ext cx="0" cy="0"/>
          <a:chOff x="0" y="0"/>
          <a:chExt cx="0" cy="0"/>
        </a:xfrm>
      </p:grpSpPr>
      <p:sp>
        <p:nvSpPr>
          <p:cNvPr id="109" name="Google Shape;109;p2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2">
  <p:cSld name="TITLE_12">
    <p:spTree>
      <p:nvGrpSpPr>
        <p:cNvPr id="110" name="Shape 110"/>
        <p:cNvGrpSpPr/>
        <p:nvPr/>
      </p:nvGrpSpPr>
      <p:grpSpPr>
        <a:xfrm>
          <a:off x="0" y="0"/>
          <a:ext cx="0" cy="0"/>
          <a:chOff x="0" y="0"/>
          <a:chExt cx="0" cy="0"/>
        </a:xfrm>
      </p:grpSpPr>
      <p:sp>
        <p:nvSpPr>
          <p:cNvPr id="111" name="Google Shape;111;p2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3">
  <p:cSld name="TITLE_13">
    <p:spTree>
      <p:nvGrpSpPr>
        <p:cNvPr id="112" name="Shape 112"/>
        <p:cNvGrpSpPr/>
        <p:nvPr/>
      </p:nvGrpSpPr>
      <p:grpSpPr>
        <a:xfrm>
          <a:off x="0" y="0"/>
          <a:ext cx="0" cy="0"/>
          <a:chOff x="0" y="0"/>
          <a:chExt cx="0" cy="0"/>
        </a:xfrm>
      </p:grpSpPr>
      <p:sp>
        <p:nvSpPr>
          <p:cNvPr id="113" name="Google Shape;113;p2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4">
  <p:cSld name="TITLE_14">
    <p:spTree>
      <p:nvGrpSpPr>
        <p:cNvPr id="114" name="Shape 114"/>
        <p:cNvGrpSpPr/>
        <p:nvPr/>
      </p:nvGrpSpPr>
      <p:grpSpPr>
        <a:xfrm>
          <a:off x="0" y="0"/>
          <a:ext cx="0" cy="0"/>
          <a:chOff x="0" y="0"/>
          <a:chExt cx="0" cy="0"/>
        </a:xfrm>
      </p:grpSpPr>
      <p:sp>
        <p:nvSpPr>
          <p:cNvPr id="115" name="Google Shape;115;p2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5">
  <p:cSld name="TITLE_15">
    <p:spTree>
      <p:nvGrpSpPr>
        <p:cNvPr id="116" name="Shape 116"/>
        <p:cNvGrpSpPr/>
        <p:nvPr/>
      </p:nvGrpSpPr>
      <p:grpSpPr>
        <a:xfrm>
          <a:off x="0" y="0"/>
          <a:ext cx="0" cy="0"/>
          <a:chOff x="0" y="0"/>
          <a:chExt cx="0" cy="0"/>
        </a:xfrm>
      </p:grpSpPr>
      <p:sp>
        <p:nvSpPr>
          <p:cNvPr id="117" name="Google Shape;117;p2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6">
  <p:cSld name="TITLE_16">
    <p:spTree>
      <p:nvGrpSpPr>
        <p:cNvPr id="118" name="Shape 118"/>
        <p:cNvGrpSpPr/>
        <p:nvPr/>
      </p:nvGrpSpPr>
      <p:grpSpPr>
        <a:xfrm>
          <a:off x="0" y="0"/>
          <a:ext cx="0" cy="0"/>
          <a:chOff x="0" y="0"/>
          <a:chExt cx="0" cy="0"/>
        </a:xfrm>
      </p:grpSpPr>
      <p:sp>
        <p:nvSpPr>
          <p:cNvPr id="119" name="Google Shape;119;p3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7">
  <p:cSld name="TITLE_17">
    <p:spTree>
      <p:nvGrpSpPr>
        <p:cNvPr id="120" name="Shape 120"/>
        <p:cNvGrpSpPr/>
        <p:nvPr/>
      </p:nvGrpSpPr>
      <p:grpSpPr>
        <a:xfrm>
          <a:off x="0" y="0"/>
          <a:ext cx="0" cy="0"/>
          <a:chOff x="0" y="0"/>
          <a:chExt cx="0" cy="0"/>
        </a:xfrm>
      </p:grpSpPr>
      <p:sp>
        <p:nvSpPr>
          <p:cNvPr id="121" name="Google Shape;121;p3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30" name="Google Shape;130;p3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31" name="Google Shape;131;p3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3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2">
              <a:alphaModFix amt="75000"/>
            </a:blip>
            <a:stretch>
              <a:fillRect b="-28881" l="0" r="0" t="-48891"/>
            </a:stretch>
          </a:blipFill>
          <a:ln>
            <a:noFill/>
          </a:ln>
        </p:spPr>
      </p:sp>
      <p:pic>
        <p:nvPicPr>
          <p:cNvPr id="133" name="Google Shape;133;p33"/>
          <p:cNvPicPr preferRelativeResize="0"/>
          <p:nvPr/>
        </p:nvPicPr>
        <p:blipFill>
          <a:blip r:embed="rId3">
            <a:alphaModFix/>
          </a:blip>
          <a:stretch>
            <a:fillRect/>
          </a:stretch>
        </p:blipFill>
        <p:spPr>
          <a:xfrm>
            <a:off x="7306450" y="4695000"/>
            <a:ext cx="1635401" cy="2950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4" name="Shape 134"/>
        <p:cNvGrpSpPr/>
        <p:nvPr/>
      </p:nvGrpSpPr>
      <p:grpSpPr>
        <a:xfrm>
          <a:off x="0" y="0"/>
          <a:ext cx="0" cy="0"/>
          <a:chOff x="0" y="0"/>
          <a:chExt cx="0" cy="0"/>
        </a:xfrm>
      </p:grpSpPr>
      <p:sp>
        <p:nvSpPr>
          <p:cNvPr id="135" name="Google Shape;135;p34"/>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36" name="Google Shape;136;p34"/>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rtl="0" algn="ctr">
              <a:spcBef>
                <a:spcPts val="300"/>
              </a:spcBef>
              <a:spcAft>
                <a:spcPts val="0"/>
              </a:spcAft>
              <a:buClr>
                <a:srgbClr val="888888"/>
              </a:buClr>
              <a:buSzPts val="1600"/>
              <a:buNone/>
              <a:defRPr>
                <a:solidFill>
                  <a:srgbClr val="888888"/>
                </a:solidFill>
              </a:defRPr>
            </a:lvl1pPr>
            <a:lvl2pPr lvl="1" rtl="0" algn="ctr">
              <a:spcBef>
                <a:spcPts val="300"/>
              </a:spcBef>
              <a:spcAft>
                <a:spcPts val="0"/>
              </a:spcAft>
              <a:buClr>
                <a:srgbClr val="888888"/>
              </a:buClr>
              <a:buSzPts val="1400"/>
              <a:buNone/>
              <a:defRPr>
                <a:solidFill>
                  <a:srgbClr val="888888"/>
                </a:solidFill>
              </a:defRPr>
            </a:lvl2pPr>
            <a:lvl3pPr lvl="2" rtl="0" algn="ctr">
              <a:spcBef>
                <a:spcPts val="200"/>
              </a:spcBef>
              <a:spcAft>
                <a:spcPts val="0"/>
              </a:spcAft>
              <a:buClr>
                <a:srgbClr val="888888"/>
              </a:buClr>
              <a:buSzPts val="1200"/>
              <a:buNone/>
              <a:defRPr>
                <a:solidFill>
                  <a:srgbClr val="888888"/>
                </a:solidFill>
              </a:defRPr>
            </a:lvl3pPr>
            <a:lvl4pPr lvl="3" rtl="0" algn="ctr">
              <a:spcBef>
                <a:spcPts val="200"/>
              </a:spcBef>
              <a:spcAft>
                <a:spcPts val="0"/>
              </a:spcAft>
              <a:buClr>
                <a:srgbClr val="888888"/>
              </a:buClr>
              <a:buSzPts val="1000"/>
              <a:buNone/>
              <a:defRPr>
                <a:solidFill>
                  <a:srgbClr val="888888"/>
                </a:solidFill>
              </a:defRPr>
            </a:lvl4pPr>
            <a:lvl5pPr lvl="4" rtl="0" algn="ctr">
              <a:spcBef>
                <a:spcPts val="200"/>
              </a:spcBef>
              <a:spcAft>
                <a:spcPts val="0"/>
              </a:spcAft>
              <a:buClr>
                <a:srgbClr val="888888"/>
              </a:buClr>
              <a:buSzPts val="1000"/>
              <a:buNone/>
              <a:defRPr>
                <a:solidFill>
                  <a:srgbClr val="888888"/>
                </a:solidFill>
              </a:defRPr>
            </a:lvl5pPr>
            <a:lvl6pPr lvl="5" rtl="0" algn="ctr">
              <a:spcBef>
                <a:spcPts val="200"/>
              </a:spcBef>
              <a:spcAft>
                <a:spcPts val="0"/>
              </a:spcAft>
              <a:buClr>
                <a:srgbClr val="888888"/>
              </a:buClr>
              <a:buSzPts val="1000"/>
              <a:buNone/>
              <a:defRPr>
                <a:solidFill>
                  <a:srgbClr val="888888"/>
                </a:solidFill>
              </a:defRPr>
            </a:lvl6pPr>
            <a:lvl7pPr lvl="6" rtl="0" algn="ctr">
              <a:spcBef>
                <a:spcPts val="200"/>
              </a:spcBef>
              <a:spcAft>
                <a:spcPts val="0"/>
              </a:spcAft>
              <a:buClr>
                <a:srgbClr val="888888"/>
              </a:buClr>
              <a:buSzPts val="1000"/>
              <a:buNone/>
              <a:defRPr>
                <a:solidFill>
                  <a:srgbClr val="888888"/>
                </a:solidFill>
              </a:defRPr>
            </a:lvl7pPr>
            <a:lvl8pPr lvl="7" rtl="0" algn="ctr">
              <a:spcBef>
                <a:spcPts val="200"/>
              </a:spcBef>
              <a:spcAft>
                <a:spcPts val="0"/>
              </a:spcAft>
              <a:buClr>
                <a:srgbClr val="888888"/>
              </a:buClr>
              <a:buSzPts val="1000"/>
              <a:buNone/>
              <a:defRPr>
                <a:solidFill>
                  <a:srgbClr val="888888"/>
                </a:solidFill>
              </a:defRPr>
            </a:lvl8pPr>
            <a:lvl9pPr lvl="8" rtl="0" algn="ctr">
              <a:spcBef>
                <a:spcPts val="200"/>
              </a:spcBef>
              <a:spcAft>
                <a:spcPts val="0"/>
              </a:spcAft>
              <a:buClr>
                <a:srgbClr val="888888"/>
              </a:buClr>
              <a:buSzPts val="1000"/>
              <a:buNone/>
              <a:defRPr>
                <a:solidFill>
                  <a:srgbClr val="888888"/>
                </a:solidFill>
              </a:defRPr>
            </a:lvl9pPr>
          </a:lstStyle>
          <a:p/>
        </p:txBody>
      </p:sp>
      <p:sp>
        <p:nvSpPr>
          <p:cNvPr id="137" name="Google Shape;137;p3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38" name="Google Shape;138;p3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39" name="Google Shape;139;p3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0" name="Shape 140"/>
        <p:cNvGrpSpPr/>
        <p:nvPr/>
      </p:nvGrpSpPr>
      <p:grpSpPr>
        <a:xfrm>
          <a:off x="0" y="0"/>
          <a:ext cx="0" cy="0"/>
          <a:chOff x="0" y="0"/>
          <a:chExt cx="0" cy="0"/>
        </a:xfrm>
      </p:grpSpPr>
      <p:sp>
        <p:nvSpPr>
          <p:cNvPr id="141" name="Google Shape;141;p3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42" name="Google Shape;142;p35"/>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rtl="0" algn="l">
              <a:spcBef>
                <a:spcPts val="200"/>
              </a:spcBef>
              <a:spcAft>
                <a:spcPts val="0"/>
              </a:spcAft>
              <a:buClr>
                <a:schemeClr val="dk1"/>
              </a:buClr>
              <a:buSzPts val="900"/>
              <a:buChar char="•"/>
              <a:defRPr/>
            </a:lvl1pPr>
            <a:lvl2pPr indent="-285750" lvl="1" marL="914400" rtl="0" algn="l">
              <a:spcBef>
                <a:spcPts val="200"/>
              </a:spcBef>
              <a:spcAft>
                <a:spcPts val="0"/>
              </a:spcAft>
              <a:buClr>
                <a:schemeClr val="dk1"/>
              </a:buClr>
              <a:buSzPts val="900"/>
              <a:buChar char="–"/>
              <a:defRPr/>
            </a:lvl2pPr>
            <a:lvl3pPr indent="-285750" lvl="2" marL="1371600" rtl="0" algn="l">
              <a:spcBef>
                <a:spcPts val="200"/>
              </a:spcBef>
              <a:spcAft>
                <a:spcPts val="0"/>
              </a:spcAft>
              <a:buClr>
                <a:schemeClr val="dk1"/>
              </a:buClr>
              <a:buSzPts val="900"/>
              <a:buChar char="•"/>
              <a:defRPr/>
            </a:lvl3pPr>
            <a:lvl4pPr indent="-285750" lvl="3" marL="1828800" rtl="0" algn="l">
              <a:spcBef>
                <a:spcPts val="200"/>
              </a:spcBef>
              <a:spcAft>
                <a:spcPts val="0"/>
              </a:spcAft>
              <a:buClr>
                <a:schemeClr val="dk1"/>
              </a:buClr>
              <a:buSzPts val="900"/>
              <a:buChar char="–"/>
              <a:defRPr/>
            </a:lvl4pPr>
            <a:lvl5pPr indent="-285750" lvl="4" marL="2286000" rtl="0" algn="l">
              <a:spcBef>
                <a:spcPts val="200"/>
              </a:spcBef>
              <a:spcAft>
                <a:spcPts val="0"/>
              </a:spcAft>
              <a:buClr>
                <a:schemeClr val="dk1"/>
              </a:buClr>
              <a:buSzPts val="900"/>
              <a:buChar char="»"/>
              <a:defRPr/>
            </a:lvl5pPr>
            <a:lvl6pPr indent="-285750" lvl="5" marL="2743200" rtl="0" algn="l">
              <a:spcBef>
                <a:spcPts val="200"/>
              </a:spcBef>
              <a:spcAft>
                <a:spcPts val="0"/>
              </a:spcAft>
              <a:buClr>
                <a:schemeClr val="dk1"/>
              </a:buClr>
              <a:buSzPts val="900"/>
              <a:buChar char="•"/>
              <a:defRPr/>
            </a:lvl6pPr>
            <a:lvl7pPr indent="-285750" lvl="6" marL="3200400" rtl="0" algn="l">
              <a:spcBef>
                <a:spcPts val="200"/>
              </a:spcBef>
              <a:spcAft>
                <a:spcPts val="0"/>
              </a:spcAft>
              <a:buClr>
                <a:schemeClr val="dk1"/>
              </a:buClr>
              <a:buSzPts val="900"/>
              <a:buChar char="•"/>
              <a:defRPr/>
            </a:lvl7pPr>
            <a:lvl8pPr indent="-285750" lvl="7" marL="3657600" rtl="0" algn="l">
              <a:spcBef>
                <a:spcPts val="200"/>
              </a:spcBef>
              <a:spcAft>
                <a:spcPts val="0"/>
              </a:spcAft>
              <a:buClr>
                <a:schemeClr val="dk1"/>
              </a:buClr>
              <a:buSzPts val="900"/>
              <a:buChar char="•"/>
              <a:defRPr/>
            </a:lvl8pPr>
            <a:lvl9pPr indent="-285750" lvl="8" marL="4114800" rtl="0" algn="l">
              <a:spcBef>
                <a:spcPts val="200"/>
              </a:spcBef>
              <a:spcAft>
                <a:spcPts val="0"/>
              </a:spcAft>
              <a:buClr>
                <a:schemeClr val="dk1"/>
              </a:buClr>
              <a:buSzPts val="900"/>
              <a:buChar char="•"/>
              <a:defRPr/>
            </a:lvl9pPr>
          </a:lstStyle>
          <a:p/>
        </p:txBody>
      </p:sp>
      <p:sp>
        <p:nvSpPr>
          <p:cNvPr id="143" name="Google Shape;143;p3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44" name="Google Shape;144;p3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45" name="Google Shape;145;p3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6" name="Shape 146"/>
        <p:cNvGrpSpPr/>
        <p:nvPr/>
      </p:nvGrpSpPr>
      <p:grpSpPr>
        <a:xfrm>
          <a:off x="0" y="0"/>
          <a:ext cx="0" cy="0"/>
          <a:chOff x="0" y="0"/>
          <a:chExt cx="0" cy="0"/>
        </a:xfrm>
      </p:grpSpPr>
      <p:sp>
        <p:nvSpPr>
          <p:cNvPr id="147" name="Google Shape;147;p36"/>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rtl="0" algn="l">
              <a:spcBef>
                <a:spcPts val="0"/>
              </a:spcBef>
              <a:spcAft>
                <a:spcPts val="0"/>
              </a:spcAft>
              <a:buClr>
                <a:schemeClr val="dk1"/>
              </a:buClr>
              <a:buSzPts val="2000"/>
              <a:buFont typeface="Calibri"/>
              <a:buNone/>
              <a:defRPr b="1" sz="2000" cap="none"/>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48" name="Google Shape;148;p36"/>
          <p:cNvSpPr txBox="1"/>
          <p:nvPr>
            <p:ph idx="1" type="body"/>
          </p:nvPr>
        </p:nvSpPr>
        <p:spPr>
          <a:xfrm>
            <a:off x="361156" y="1453357"/>
            <a:ext cx="3886200" cy="750300"/>
          </a:xfrm>
          <a:prstGeom prst="rect">
            <a:avLst/>
          </a:prstGeom>
          <a:noFill/>
          <a:ln>
            <a:noFill/>
          </a:ln>
        </p:spPr>
        <p:txBody>
          <a:bodyPr anchorCtr="0" anchor="b" bIns="22850" lIns="45725" spcFirstLastPara="1" rIns="45725" wrap="square" tIns="22850">
            <a:normAutofit/>
          </a:bodyPr>
          <a:lstStyle>
            <a:lvl1pPr indent="-228600" lvl="0" marL="457200" rtl="0" algn="l">
              <a:spcBef>
                <a:spcPts val="200"/>
              </a:spcBef>
              <a:spcAft>
                <a:spcPts val="0"/>
              </a:spcAft>
              <a:buClr>
                <a:srgbClr val="888888"/>
              </a:buClr>
              <a:buSzPts val="1000"/>
              <a:buNone/>
              <a:defRPr sz="1000">
                <a:solidFill>
                  <a:srgbClr val="888888"/>
                </a:solidFill>
              </a:defRPr>
            </a:lvl1pPr>
            <a:lvl2pPr indent="-228600" lvl="1" marL="914400" rtl="0" algn="l">
              <a:spcBef>
                <a:spcPts val="200"/>
              </a:spcBef>
              <a:spcAft>
                <a:spcPts val="0"/>
              </a:spcAft>
              <a:buClr>
                <a:srgbClr val="888888"/>
              </a:buClr>
              <a:buSzPts val="900"/>
              <a:buNone/>
              <a:defRPr sz="900">
                <a:solidFill>
                  <a:srgbClr val="888888"/>
                </a:solidFill>
              </a:defRPr>
            </a:lvl2pPr>
            <a:lvl3pPr indent="-228600" lvl="2" marL="1371600" rtl="0" algn="l">
              <a:spcBef>
                <a:spcPts val="200"/>
              </a:spcBef>
              <a:spcAft>
                <a:spcPts val="0"/>
              </a:spcAft>
              <a:buClr>
                <a:srgbClr val="888888"/>
              </a:buClr>
              <a:buSzPts val="800"/>
              <a:buNone/>
              <a:defRPr sz="800">
                <a:solidFill>
                  <a:srgbClr val="888888"/>
                </a:solidFill>
              </a:defRPr>
            </a:lvl3pPr>
            <a:lvl4pPr indent="-228600" lvl="3" marL="1828800" rtl="0" algn="l">
              <a:spcBef>
                <a:spcPts val="100"/>
              </a:spcBef>
              <a:spcAft>
                <a:spcPts val="0"/>
              </a:spcAft>
              <a:buClr>
                <a:srgbClr val="888888"/>
              </a:buClr>
              <a:buSzPts val="700"/>
              <a:buNone/>
              <a:defRPr sz="700">
                <a:solidFill>
                  <a:srgbClr val="888888"/>
                </a:solidFill>
              </a:defRPr>
            </a:lvl4pPr>
            <a:lvl5pPr indent="-228600" lvl="4" marL="2286000" rtl="0" algn="l">
              <a:spcBef>
                <a:spcPts val="100"/>
              </a:spcBef>
              <a:spcAft>
                <a:spcPts val="0"/>
              </a:spcAft>
              <a:buClr>
                <a:srgbClr val="888888"/>
              </a:buClr>
              <a:buSzPts val="700"/>
              <a:buNone/>
              <a:defRPr sz="700">
                <a:solidFill>
                  <a:srgbClr val="888888"/>
                </a:solidFill>
              </a:defRPr>
            </a:lvl5pPr>
            <a:lvl6pPr indent="-228600" lvl="5" marL="2743200" rtl="0" algn="l">
              <a:spcBef>
                <a:spcPts val="100"/>
              </a:spcBef>
              <a:spcAft>
                <a:spcPts val="0"/>
              </a:spcAft>
              <a:buClr>
                <a:srgbClr val="888888"/>
              </a:buClr>
              <a:buSzPts val="700"/>
              <a:buNone/>
              <a:defRPr sz="700">
                <a:solidFill>
                  <a:srgbClr val="888888"/>
                </a:solidFill>
              </a:defRPr>
            </a:lvl6pPr>
            <a:lvl7pPr indent="-228600" lvl="6" marL="3200400" rtl="0" algn="l">
              <a:spcBef>
                <a:spcPts val="100"/>
              </a:spcBef>
              <a:spcAft>
                <a:spcPts val="0"/>
              </a:spcAft>
              <a:buClr>
                <a:srgbClr val="888888"/>
              </a:buClr>
              <a:buSzPts val="700"/>
              <a:buNone/>
              <a:defRPr sz="700">
                <a:solidFill>
                  <a:srgbClr val="888888"/>
                </a:solidFill>
              </a:defRPr>
            </a:lvl7pPr>
            <a:lvl8pPr indent="-228600" lvl="7" marL="3657600" rtl="0" algn="l">
              <a:spcBef>
                <a:spcPts val="100"/>
              </a:spcBef>
              <a:spcAft>
                <a:spcPts val="0"/>
              </a:spcAft>
              <a:buClr>
                <a:srgbClr val="888888"/>
              </a:buClr>
              <a:buSzPts val="700"/>
              <a:buNone/>
              <a:defRPr sz="700">
                <a:solidFill>
                  <a:srgbClr val="888888"/>
                </a:solidFill>
              </a:defRPr>
            </a:lvl8pPr>
            <a:lvl9pPr indent="-228600" lvl="8" marL="4114800" rtl="0" algn="l">
              <a:spcBef>
                <a:spcPts val="100"/>
              </a:spcBef>
              <a:spcAft>
                <a:spcPts val="0"/>
              </a:spcAft>
              <a:buClr>
                <a:srgbClr val="888888"/>
              </a:buClr>
              <a:buSzPts val="700"/>
              <a:buNone/>
              <a:defRPr sz="700">
                <a:solidFill>
                  <a:srgbClr val="888888"/>
                </a:solidFill>
              </a:defRPr>
            </a:lvl9pPr>
          </a:lstStyle>
          <a:p/>
        </p:txBody>
      </p:sp>
      <p:sp>
        <p:nvSpPr>
          <p:cNvPr id="149" name="Google Shape;149;p3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50" name="Google Shape;150;p3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51" name="Google Shape;151;p3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2" name="Shape 152"/>
        <p:cNvGrpSpPr/>
        <p:nvPr/>
      </p:nvGrpSpPr>
      <p:grpSpPr>
        <a:xfrm>
          <a:off x="0" y="0"/>
          <a:ext cx="0" cy="0"/>
          <a:chOff x="0" y="0"/>
          <a:chExt cx="0" cy="0"/>
        </a:xfrm>
      </p:grpSpPr>
      <p:sp>
        <p:nvSpPr>
          <p:cNvPr id="153" name="Google Shape;153;p37"/>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54" name="Google Shape;154;p37"/>
          <p:cNvSpPr txBox="1"/>
          <p:nvPr>
            <p:ph idx="1" type="body"/>
          </p:nvPr>
        </p:nvSpPr>
        <p:spPr>
          <a:xfrm>
            <a:off x="2286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rtl="0" algn="l">
              <a:spcBef>
                <a:spcPts val="300"/>
              </a:spcBef>
              <a:spcAft>
                <a:spcPts val="0"/>
              </a:spcAft>
              <a:buClr>
                <a:schemeClr val="dk1"/>
              </a:buClr>
              <a:buSzPts val="1400"/>
              <a:buChar char="•"/>
              <a:defRPr sz="1400"/>
            </a:lvl1pPr>
            <a:lvl2pPr indent="-304800" lvl="1" marL="914400" rtl="0" algn="l">
              <a:spcBef>
                <a:spcPts val="200"/>
              </a:spcBef>
              <a:spcAft>
                <a:spcPts val="0"/>
              </a:spcAft>
              <a:buClr>
                <a:schemeClr val="dk1"/>
              </a:buClr>
              <a:buSzPts val="1200"/>
              <a:buChar char="–"/>
              <a:defRPr sz="1200"/>
            </a:lvl2pPr>
            <a:lvl3pPr indent="-292100" lvl="2" marL="1371600" rtl="0" algn="l">
              <a:spcBef>
                <a:spcPts val="200"/>
              </a:spcBef>
              <a:spcAft>
                <a:spcPts val="0"/>
              </a:spcAft>
              <a:buClr>
                <a:schemeClr val="dk1"/>
              </a:buClr>
              <a:buSzPts val="1000"/>
              <a:buChar char="•"/>
              <a:defRPr sz="1000"/>
            </a:lvl3pPr>
            <a:lvl4pPr indent="-285750" lvl="3" marL="1828800" rtl="0" algn="l">
              <a:spcBef>
                <a:spcPts val="200"/>
              </a:spcBef>
              <a:spcAft>
                <a:spcPts val="0"/>
              </a:spcAft>
              <a:buClr>
                <a:schemeClr val="dk1"/>
              </a:buClr>
              <a:buSzPts val="900"/>
              <a:buChar char="–"/>
              <a:defRPr sz="900"/>
            </a:lvl4pPr>
            <a:lvl5pPr indent="-285750" lvl="4" marL="2286000" rtl="0" algn="l">
              <a:spcBef>
                <a:spcPts val="200"/>
              </a:spcBef>
              <a:spcAft>
                <a:spcPts val="0"/>
              </a:spcAft>
              <a:buClr>
                <a:schemeClr val="dk1"/>
              </a:buClr>
              <a:buSzPts val="900"/>
              <a:buChar char="»"/>
              <a:defRPr sz="900"/>
            </a:lvl5pPr>
            <a:lvl6pPr indent="-285750" lvl="5" marL="2743200" rtl="0" algn="l">
              <a:spcBef>
                <a:spcPts val="200"/>
              </a:spcBef>
              <a:spcAft>
                <a:spcPts val="0"/>
              </a:spcAft>
              <a:buClr>
                <a:schemeClr val="dk1"/>
              </a:buClr>
              <a:buSzPts val="900"/>
              <a:buChar char="•"/>
              <a:defRPr sz="900"/>
            </a:lvl6pPr>
            <a:lvl7pPr indent="-285750" lvl="6" marL="3200400" rtl="0" algn="l">
              <a:spcBef>
                <a:spcPts val="200"/>
              </a:spcBef>
              <a:spcAft>
                <a:spcPts val="0"/>
              </a:spcAft>
              <a:buClr>
                <a:schemeClr val="dk1"/>
              </a:buClr>
              <a:buSzPts val="900"/>
              <a:buChar char="•"/>
              <a:defRPr sz="900"/>
            </a:lvl7pPr>
            <a:lvl8pPr indent="-285750" lvl="7" marL="3657600" rtl="0" algn="l">
              <a:spcBef>
                <a:spcPts val="200"/>
              </a:spcBef>
              <a:spcAft>
                <a:spcPts val="0"/>
              </a:spcAft>
              <a:buClr>
                <a:schemeClr val="dk1"/>
              </a:buClr>
              <a:buSzPts val="900"/>
              <a:buChar char="•"/>
              <a:defRPr sz="900"/>
            </a:lvl8pPr>
            <a:lvl9pPr indent="-285750" lvl="8" marL="4114800" rtl="0" algn="l">
              <a:spcBef>
                <a:spcPts val="200"/>
              </a:spcBef>
              <a:spcAft>
                <a:spcPts val="0"/>
              </a:spcAft>
              <a:buClr>
                <a:schemeClr val="dk1"/>
              </a:buClr>
              <a:buSzPts val="900"/>
              <a:buChar char="•"/>
              <a:defRPr sz="900"/>
            </a:lvl9pPr>
          </a:lstStyle>
          <a:p/>
        </p:txBody>
      </p:sp>
      <p:sp>
        <p:nvSpPr>
          <p:cNvPr id="155" name="Google Shape;155;p37"/>
          <p:cNvSpPr txBox="1"/>
          <p:nvPr>
            <p:ph idx="2" type="body"/>
          </p:nvPr>
        </p:nvSpPr>
        <p:spPr>
          <a:xfrm>
            <a:off x="23241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rtl="0" algn="l">
              <a:spcBef>
                <a:spcPts val="300"/>
              </a:spcBef>
              <a:spcAft>
                <a:spcPts val="0"/>
              </a:spcAft>
              <a:buClr>
                <a:schemeClr val="dk1"/>
              </a:buClr>
              <a:buSzPts val="1400"/>
              <a:buChar char="•"/>
              <a:defRPr sz="1400"/>
            </a:lvl1pPr>
            <a:lvl2pPr indent="-304800" lvl="1" marL="914400" rtl="0" algn="l">
              <a:spcBef>
                <a:spcPts val="200"/>
              </a:spcBef>
              <a:spcAft>
                <a:spcPts val="0"/>
              </a:spcAft>
              <a:buClr>
                <a:schemeClr val="dk1"/>
              </a:buClr>
              <a:buSzPts val="1200"/>
              <a:buChar char="–"/>
              <a:defRPr sz="1200"/>
            </a:lvl2pPr>
            <a:lvl3pPr indent="-292100" lvl="2" marL="1371600" rtl="0" algn="l">
              <a:spcBef>
                <a:spcPts val="200"/>
              </a:spcBef>
              <a:spcAft>
                <a:spcPts val="0"/>
              </a:spcAft>
              <a:buClr>
                <a:schemeClr val="dk1"/>
              </a:buClr>
              <a:buSzPts val="1000"/>
              <a:buChar char="•"/>
              <a:defRPr sz="1000"/>
            </a:lvl3pPr>
            <a:lvl4pPr indent="-285750" lvl="3" marL="1828800" rtl="0" algn="l">
              <a:spcBef>
                <a:spcPts val="200"/>
              </a:spcBef>
              <a:spcAft>
                <a:spcPts val="0"/>
              </a:spcAft>
              <a:buClr>
                <a:schemeClr val="dk1"/>
              </a:buClr>
              <a:buSzPts val="900"/>
              <a:buChar char="–"/>
              <a:defRPr sz="900"/>
            </a:lvl4pPr>
            <a:lvl5pPr indent="-285750" lvl="4" marL="2286000" rtl="0" algn="l">
              <a:spcBef>
                <a:spcPts val="200"/>
              </a:spcBef>
              <a:spcAft>
                <a:spcPts val="0"/>
              </a:spcAft>
              <a:buClr>
                <a:schemeClr val="dk1"/>
              </a:buClr>
              <a:buSzPts val="900"/>
              <a:buChar char="»"/>
              <a:defRPr sz="900"/>
            </a:lvl5pPr>
            <a:lvl6pPr indent="-285750" lvl="5" marL="2743200" rtl="0" algn="l">
              <a:spcBef>
                <a:spcPts val="200"/>
              </a:spcBef>
              <a:spcAft>
                <a:spcPts val="0"/>
              </a:spcAft>
              <a:buClr>
                <a:schemeClr val="dk1"/>
              </a:buClr>
              <a:buSzPts val="900"/>
              <a:buChar char="•"/>
              <a:defRPr sz="900"/>
            </a:lvl6pPr>
            <a:lvl7pPr indent="-285750" lvl="6" marL="3200400" rtl="0" algn="l">
              <a:spcBef>
                <a:spcPts val="200"/>
              </a:spcBef>
              <a:spcAft>
                <a:spcPts val="0"/>
              </a:spcAft>
              <a:buClr>
                <a:schemeClr val="dk1"/>
              </a:buClr>
              <a:buSzPts val="900"/>
              <a:buChar char="•"/>
              <a:defRPr sz="900"/>
            </a:lvl7pPr>
            <a:lvl8pPr indent="-285750" lvl="7" marL="3657600" rtl="0" algn="l">
              <a:spcBef>
                <a:spcPts val="200"/>
              </a:spcBef>
              <a:spcAft>
                <a:spcPts val="0"/>
              </a:spcAft>
              <a:buClr>
                <a:schemeClr val="dk1"/>
              </a:buClr>
              <a:buSzPts val="900"/>
              <a:buChar char="•"/>
              <a:defRPr sz="900"/>
            </a:lvl8pPr>
            <a:lvl9pPr indent="-285750" lvl="8" marL="4114800" rtl="0" algn="l">
              <a:spcBef>
                <a:spcPts val="200"/>
              </a:spcBef>
              <a:spcAft>
                <a:spcPts val="0"/>
              </a:spcAft>
              <a:buClr>
                <a:schemeClr val="dk1"/>
              </a:buClr>
              <a:buSzPts val="900"/>
              <a:buChar char="•"/>
              <a:defRPr sz="900"/>
            </a:lvl9pPr>
          </a:lstStyle>
          <a:p/>
        </p:txBody>
      </p:sp>
      <p:sp>
        <p:nvSpPr>
          <p:cNvPr id="156" name="Google Shape;156;p3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57" name="Google Shape;157;p3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58" name="Google Shape;158;p3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9" name="Shape 159"/>
        <p:cNvGrpSpPr/>
        <p:nvPr/>
      </p:nvGrpSpPr>
      <p:grpSpPr>
        <a:xfrm>
          <a:off x="0" y="0"/>
          <a:ext cx="0" cy="0"/>
          <a:chOff x="0" y="0"/>
          <a:chExt cx="0" cy="0"/>
        </a:xfrm>
      </p:grpSpPr>
      <p:sp>
        <p:nvSpPr>
          <p:cNvPr id="160" name="Google Shape;160;p3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2200"/>
              <a:buFont typeface="Calibri"/>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61" name="Google Shape;161;p38"/>
          <p:cNvSpPr txBox="1"/>
          <p:nvPr>
            <p:ph idx="1" type="body"/>
          </p:nvPr>
        </p:nvSpPr>
        <p:spPr>
          <a:xfrm>
            <a:off x="228600" y="767556"/>
            <a:ext cx="2020200" cy="320100"/>
          </a:xfrm>
          <a:prstGeom prst="rect">
            <a:avLst/>
          </a:prstGeom>
          <a:noFill/>
          <a:ln>
            <a:noFill/>
          </a:ln>
        </p:spPr>
        <p:txBody>
          <a:bodyPr anchorCtr="0" anchor="b" bIns="22850" lIns="45725" spcFirstLastPara="1" rIns="45725" wrap="square" tIns="22850">
            <a:normAutofit/>
          </a:bodyPr>
          <a:lstStyle>
            <a:lvl1pPr indent="-228600" lvl="0" marL="457200" rtl="0" algn="l">
              <a:spcBef>
                <a:spcPts val="200"/>
              </a:spcBef>
              <a:spcAft>
                <a:spcPts val="0"/>
              </a:spcAft>
              <a:buClr>
                <a:schemeClr val="dk1"/>
              </a:buClr>
              <a:buSzPts val="1200"/>
              <a:buNone/>
              <a:defRPr b="1" sz="1200"/>
            </a:lvl1pPr>
            <a:lvl2pPr indent="-228600" lvl="1" marL="914400" rtl="0" algn="l">
              <a:spcBef>
                <a:spcPts val="200"/>
              </a:spcBef>
              <a:spcAft>
                <a:spcPts val="0"/>
              </a:spcAft>
              <a:buClr>
                <a:schemeClr val="dk1"/>
              </a:buClr>
              <a:buSzPts val="1000"/>
              <a:buNone/>
              <a:defRPr b="1" sz="1000"/>
            </a:lvl2pPr>
            <a:lvl3pPr indent="-228600" lvl="2" marL="1371600" rtl="0" algn="l">
              <a:spcBef>
                <a:spcPts val="200"/>
              </a:spcBef>
              <a:spcAft>
                <a:spcPts val="0"/>
              </a:spcAft>
              <a:buClr>
                <a:schemeClr val="dk1"/>
              </a:buClr>
              <a:buSzPts val="900"/>
              <a:buNone/>
              <a:defRPr b="1" sz="900"/>
            </a:lvl3pPr>
            <a:lvl4pPr indent="-228600" lvl="3" marL="1828800" rtl="0" algn="l">
              <a:spcBef>
                <a:spcPts val="200"/>
              </a:spcBef>
              <a:spcAft>
                <a:spcPts val="0"/>
              </a:spcAft>
              <a:buClr>
                <a:schemeClr val="dk1"/>
              </a:buClr>
              <a:buSzPts val="800"/>
              <a:buNone/>
              <a:defRPr b="1" sz="800"/>
            </a:lvl4pPr>
            <a:lvl5pPr indent="-228600" lvl="4" marL="2286000" rtl="0" algn="l">
              <a:spcBef>
                <a:spcPts val="200"/>
              </a:spcBef>
              <a:spcAft>
                <a:spcPts val="0"/>
              </a:spcAft>
              <a:buClr>
                <a:schemeClr val="dk1"/>
              </a:buClr>
              <a:buSzPts val="800"/>
              <a:buNone/>
              <a:defRPr b="1" sz="800"/>
            </a:lvl5pPr>
            <a:lvl6pPr indent="-228600" lvl="5" marL="2743200" rtl="0" algn="l">
              <a:spcBef>
                <a:spcPts val="200"/>
              </a:spcBef>
              <a:spcAft>
                <a:spcPts val="0"/>
              </a:spcAft>
              <a:buClr>
                <a:schemeClr val="dk1"/>
              </a:buClr>
              <a:buSzPts val="800"/>
              <a:buNone/>
              <a:defRPr b="1" sz="800"/>
            </a:lvl6pPr>
            <a:lvl7pPr indent="-228600" lvl="6" marL="3200400" rtl="0" algn="l">
              <a:spcBef>
                <a:spcPts val="200"/>
              </a:spcBef>
              <a:spcAft>
                <a:spcPts val="0"/>
              </a:spcAft>
              <a:buClr>
                <a:schemeClr val="dk1"/>
              </a:buClr>
              <a:buSzPts val="800"/>
              <a:buNone/>
              <a:defRPr b="1" sz="800"/>
            </a:lvl7pPr>
            <a:lvl8pPr indent="-228600" lvl="7" marL="3657600" rtl="0" algn="l">
              <a:spcBef>
                <a:spcPts val="200"/>
              </a:spcBef>
              <a:spcAft>
                <a:spcPts val="0"/>
              </a:spcAft>
              <a:buClr>
                <a:schemeClr val="dk1"/>
              </a:buClr>
              <a:buSzPts val="800"/>
              <a:buNone/>
              <a:defRPr b="1" sz="800"/>
            </a:lvl8pPr>
            <a:lvl9pPr indent="-228600" lvl="8" marL="4114800" rtl="0" algn="l">
              <a:spcBef>
                <a:spcPts val="200"/>
              </a:spcBef>
              <a:spcAft>
                <a:spcPts val="0"/>
              </a:spcAft>
              <a:buClr>
                <a:schemeClr val="dk1"/>
              </a:buClr>
              <a:buSzPts val="800"/>
              <a:buNone/>
              <a:defRPr b="1" sz="800"/>
            </a:lvl9pPr>
          </a:lstStyle>
          <a:p/>
        </p:txBody>
      </p:sp>
      <p:sp>
        <p:nvSpPr>
          <p:cNvPr id="162" name="Google Shape;162;p38"/>
          <p:cNvSpPr txBox="1"/>
          <p:nvPr>
            <p:ph idx="2" type="body"/>
          </p:nvPr>
        </p:nvSpPr>
        <p:spPr>
          <a:xfrm>
            <a:off x="228600" y="1087438"/>
            <a:ext cx="2020200" cy="1975800"/>
          </a:xfrm>
          <a:prstGeom prst="rect">
            <a:avLst/>
          </a:prstGeom>
          <a:noFill/>
          <a:ln>
            <a:noFill/>
          </a:ln>
        </p:spPr>
        <p:txBody>
          <a:bodyPr anchorCtr="0" anchor="t" bIns="22850" lIns="45725" spcFirstLastPara="1" rIns="45725" wrap="square" tIns="22850">
            <a:normAutofit/>
          </a:bodyPr>
          <a:lstStyle>
            <a:lvl1pPr indent="-304800" lvl="0" marL="457200" rtl="0" algn="l">
              <a:spcBef>
                <a:spcPts val="200"/>
              </a:spcBef>
              <a:spcAft>
                <a:spcPts val="0"/>
              </a:spcAft>
              <a:buClr>
                <a:schemeClr val="dk1"/>
              </a:buClr>
              <a:buSzPts val="1200"/>
              <a:buChar char="•"/>
              <a:defRPr sz="1200"/>
            </a:lvl1pPr>
            <a:lvl2pPr indent="-292100" lvl="1" marL="914400" rtl="0" algn="l">
              <a:spcBef>
                <a:spcPts val="200"/>
              </a:spcBef>
              <a:spcAft>
                <a:spcPts val="0"/>
              </a:spcAft>
              <a:buClr>
                <a:schemeClr val="dk1"/>
              </a:buClr>
              <a:buSzPts val="1000"/>
              <a:buChar char="–"/>
              <a:defRPr sz="1000"/>
            </a:lvl2pPr>
            <a:lvl3pPr indent="-285750" lvl="2" marL="1371600" rtl="0" algn="l">
              <a:spcBef>
                <a:spcPts val="200"/>
              </a:spcBef>
              <a:spcAft>
                <a:spcPts val="0"/>
              </a:spcAft>
              <a:buClr>
                <a:schemeClr val="dk1"/>
              </a:buClr>
              <a:buSzPts val="900"/>
              <a:buChar char="•"/>
              <a:defRPr sz="900"/>
            </a:lvl3pPr>
            <a:lvl4pPr indent="-279400" lvl="3" marL="1828800" rtl="0" algn="l">
              <a:spcBef>
                <a:spcPts val="200"/>
              </a:spcBef>
              <a:spcAft>
                <a:spcPts val="0"/>
              </a:spcAft>
              <a:buClr>
                <a:schemeClr val="dk1"/>
              </a:buClr>
              <a:buSzPts val="800"/>
              <a:buChar char="–"/>
              <a:defRPr sz="800"/>
            </a:lvl4pPr>
            <a:lvl5pPr indent="-279400" lvl="4" marL="2286000" rtl="0" algn="l">
              <a:spcBef>
                <a:spcPts val="200"/>
              </a:spcBef>
              <a:spcAft>
                <a:spcPts val="0"/>
              </a:spcAft>
              <a:buClr>
                <a:schemeClr val="dk1"/>
              </a:buClr>
              <a:buSzPts val="800"/>
              <a:buChar char="»"/>
              <a:defRPr sz="800"/>
            </a:lvl5pPr>
            <a:lvl6pPr indent="-279400" lvl="5" marL="2743200" rtl="0" algn="l">
              <a:spcBef>
                <a:spcPts val="200"/>
              </a:spcBef>
              <a:spcAft>
                <a:spcPts val="0"/>
              </a:spcAft>
              <a:buClr>
                <a:schemeClr val="dk1"/>
              </a:buClr>
              <a:buSzPts val="800"/>
              <a:buChar char="•"/>
              <a:defRPr sz="800"/>
            </a:lvl6pPr>
            <a:lvl7pPr indent="-279400" lvl="6" marL="3200400" rtl="0" algn="l">
              <a:spcBef>
                <a:spcPts val="200"/>
              </a:spcBef>
              <a:spcAft>
                <a:spcPts val="0"/>
              </a:spcAft>
              <a:buClr>
                <a:schemeClr val="dk1"/>
              </a:buClr>
              <a:buSzPts val="800"/>
              <a:buChar char="•"/>
              <a:defRPr sz="800"/>
            </a:lvl7pPr>
            <a:lvl8pPr indent="-279400" lvl="7" marL="3657600" rtl="0" algn="l">
              <a:spcBef>
                <a:spcPts val="200"/>
              </a:spcBef>
              <a:spcAft>
                <a:spcPts val="0"/>
              </a:spcAft>
              <a:buClr>
                <a:schemeClr val="dk1"/>
              </a:buClr>
              <a:buSzPts val="800"/>
              <a:buChar char="•"/>
              <a:defRPr sz="800"/>
            </a:lvl8pPr>
            <a:lvl9pPr indent="-279400" lvl="8" marL="4114800" rtl="0" algn="l">
              <a:spcBef>
                <a:spcPts val="200"/>
              </a:spcBef>
              <a:spcAft>
                <a:spcPts val="0"/>
              </a:spcAft>
              <a:buClr>
                <a:schemeClr val="dk1"/>
              </a:buClr>
              <a:buSzPts val="800"/>
              <a:buChar char="•"/>
              <a:defRPr sz="800"/>
            </a:lvl9pPr>
          </a:lstStyle>
          <a:p/>
        </p:txBody>
      </p:sp>
      <p:sp>
        <p:nvSpPr>
          <p:cNvPr id="163" name="Google Shape;163;p38"/>
          <p:cNvSpPr txBox="1"/>
          <p:nvPr>
            <p:ph idx="3" type="body"/>
          </p:nvPr>
        </p:nvSpPr>
        <p:spPr>
          <a:xfrm>
            <a:off x="2322513" y="767556"/>
            <a:ext cx="2021100" cy="320100"/>
          </a:xfrm>
          <a:prstGeom prst="rect">
            <a:avLst/>
          </a:prstGeom>
          <a:noFill/>
          <a:ln>
            <a:noFill/>
          </a:ln>
        </p:spPr>
        <p:txBody>
          <a:bodyPr anchorCtr="0" anchor="b" bIns="22850" lIns="45725" spcFirstLastPara="1" rIns="45725" wrap="square" tIns="22850">
            <a:normAutofit/>
          </a:bodyPr>
          <a:lstStyle>
            <a:lvl1pPr indent="-228600" lvl="0" marL="457200" rtl="0" algn="l">
              <a:spcBef>
                <a:spcPts val="200"/>
              </a:spcBef>
              <a:spcAft>
                <a:spcPts val="0"/>
              </a:spcAft>
              <a:buClr>
                <a:schemeClr val="dk1"/>
              </a:buClr>
              <a:buSzPts val="1200"/>
              <a:buNone/>
              <a:defRPr b="1" sz="1200"/>
            </a:lvl1pPr>
            <a:lvl2pPr indent="-228600" lvl="1" marL="914400" rtl="0" algn="l">
              <a:spcBef>
                <a:spcPts val="200"/>
              </a:spcBef>
              <a:spcAft>
                <a:spcPts val="0"/>
              </a:spcAft>
              <a:buClr>
                <a:schemeClr val="dk1"/>
              </a:buClr>
              <a:buSzPts val="1000"/>
              <a:buNone/>
              <a:defRPr b="1" sz="1000"/>
            </a:lvl2pPr>
            <a:lvl3pPr indent="-228600" lvl="2" marL="1371600" rtl="0" algn="l">
              <a:spcBef>
                <a:spcPts val="200"/>
              </a:spcBef>
              <a:spcAft>
                <a:spcPts val="0"/>
              </a:spcAft>
              <a:buClr>
                <a:schemeClr val="dk1"/>
              </a:buClr>
              <a:buSzPts val="900"/>
              <a:buNone/>
              <a:defRPr b="1" sz="900"/>
            </a:lvl3pPr>
            <a:lvl4pPr indent="-228600" lvl="3" marL="1828800" rtl="0" algn="l">
              <a:spcBef>
                <a:spcPts val="200"/>
              </a:spcBef>
              <a:spcAft>
                <a:spcPts val="0"/>
              </a:spcAft>
              <a:buClr>
                <a:schemeClr val="dk1"/>
              </a:buClr>
              <a:buSzPts val="800"/>
              <a:buNone/>
              <a:defRPr b="1" sz="800"/>
            </a:lvl4pPr>
            <a:lvl5pPr indent="-228600" lvl="4" marL="2286000" rtl="0" algn="l">
              <a:spcBef>
                <a:spcPts val="200"/>
              </a:spcBef>
              <a:spcAft>
                <a:spcPts val="0"/>
              </a:spcAft>
              <a:buClr>
                <a:schemeClr val="dk1"/>
              </a:buClr>
              <a:buSzPts val="800"/>
              <a:buNone/>
              <a:defRPr b="1" sz="800"/>
            </a:lvl5pPr>
            <a:lvl6pPr indent="-228600" lvl="5" marL="2743200" rtl="0" algn="l">
              <a:spcBef>
                <a:spcPts val="200"/>
              </a:spcBef>
              <a:spcAft>
                <a:spcPts val="0"/>
              </a:spcAft>
              <a:buClr>
                <a:schemeClr val="dk1"/>
              </a:buClr>
              <a:buSzPts val="800"/>
              <a:buNone/>
              <a:defRPr b="1" sz="800"/>
            </a:lvl6pPr>
            <a:lvl7pPr indent="-228600" lvl="6" marL="3200400" rtl="0" algn="l">
              <a:spcBef>
                <a:spcPts val="200"/>
              </a:spcBef>
              <a:spcAft>
                <a:spcPts val="0"/>
              </a:spcAft>
              <a:buClr>
                <a:schemeClr val="dk1"/>
              </a:buClr>
              <a:buSzPts val="800"/>
              <a:buNone/>
              <a:defRPr b="1" sz="800"/>
            </a:lvl7pPr>
            <a:lvl8pPr indent="-228600" lvl="7" marL="3657600" rtl="0" algn="l">
              <a:spcBef>
                <a:spcPts val="200"/>
              </a:spcBef>
              <a:spcAft>
                <a:spcPts val="0"/>
              </a:spcAft>
              <a:buClr>
                <a:schemeClr val="dk1"/>
              </a:buClr>
              <a:buSzPts val="800"/>
              <a:buNone/>
              <a:defRPr b="1" sz="800"/>
            </a:lvl8pPr>
            <a:lvl9pPr indent="-228600" lvl="8" marL="4114800" rtl="0" algn="l">
              <a:spcBef>
                <a:spcPts val="200"/>
              </a:spcBef>
              <a:spcAft>
                <a:spcPts val="0"/>
              </a:spcAft>
              <a:buClr>
                <a:schemeClr val="dk1"/>
              </a:buClr>
              <a:buSzPts val="800"/>
              <a:buNone/>
              <a:defRPr b="1" sz="800"/>
            </a:lvl9pPr>
          </a:lstStyle>
          <a:p/>
        </p:txBody>
      </p:sp>
      <p:sp>
        <p:nvSpPr>
          <p:cNvPr id="164" name="Google Shape;164;p38"/>
          <p:cNvSpPr txBox="1"/>
          <p:nvPr>
            <p:ph idx="4" type="body"/>
          </p:nvPr>
        </p:nvSpPr>
        <p:spPr>
          <a:xfrm>
            <a:off x="2322513" y="1087438"/>
            <a:ext cx="2021100" cy="1975800"/>
          </a:xfrm>
          <a:prstGeom prst="rect">
            <a:avLst/>
          </a:prstGeom>
          <a:noFill/>
          <a:ln>
            <a:noFill/>
          </a:ln>
        </p:spPr>
        <p:txBody>
          <a:bodyPr anchorCtr="0" anchor="t" bIns="22850" lIns="45725" spcFirstLastPara="1" rIns="45725" wrap="square" tIns="22850">
            <a:normAutofit/>
          </a:bodyPr>
          <a:lstStyle>
            <a:lvl1pPr indent="-304800" lvl="0" marL="457200" rtl="0" algn="l">
              <a:spcBef>
                <a:spcPts val="200"/>
              </a:spcBef>
              <a:spcAft>
                <a:spcPts val="0"/>
              </a:spcAft>
              <a:buClr>
                <a:schemeClr val="dk1"/>
              </a:buClr>
              <a:buSzPts val="1200"/>
              <a:buChar char="•"/>
              <a:defRPr sz="1200"/>
            </a:lvl1pPr>
            <a:lvl2pPr indent="-292100" lvl="1" marL="914400" rtl="0" algn="l">
              <a:spcBef>
                <a:spcPts val="200"/>
              </a:spcBef>
              <a:spcAft>
                <a:spcPts val="0"/>
              </a:spcAft>
              <a:buClr>
                <a:schemeClr val="dk1"/>
              </a:buClr>
              <a:buSzPts val="1000"/>
              <a:buChar char="–"/>
              <a:defRPr sz="1000"/>
            </a:lvl2pPr>
            <a:lvl3pPr indent="-285750" lvl="2" marL="1371600" rtl="0" algn="l">
              <a:spcBef>
                <a:spcPts val="200"/>
              </a:spcBef>
              <a:spcAft>
                <a:spcPts val="0"/>
              </a:spcAft>
              <a:buClr>
                <a:schemeClr val="dk1"/>
              </a:buClr>
              <a:buSzPts val="900"/>
              <a:buChar char="•"/>
              <a:defRPr sz="900"/>
            </a:lvl3pPr>
            <a:lvl4pPr indent="-279400" lvl="3" marL="1828800" rtl="0" algn="l">
              <a:spcBef>
                <a:spcPts val="200"/>
              </a:spcBef>
              <a:spcAft>
                <a:spcPts val="0"/>
              </a:spcAft>
              <a:buClr>
                <a:schemeClr val="dk1"/>
              </a:buClr>
              <a:buSzPts val="800"/>
              <a:buChar char="–"/>
              <a:defRPr sz="800"/>
            </a:lvl4pPr>
            <a:lvl5pPr indent="-279400" lvl="4" marL="2286000" rtl="0" algn="l">
              <a:spcBef>
                <a:spcPts val="200"/>
              </a:spcBef>
              <a:spcAft>
                <a:spcPts val="0"/>
              </a:spcAft>
              <a:buClr>
                <a:schemeClr val="dk1"/>
              </a:buClr>
              <a:buSzPts val="800"/>
              <a:buChar char="»"/>
              <a:defRPr sz="800"/>
            </a:lvl5pPr>
            <a:lvl6pPr indent="-279400" lvl="5" marL="2743200" rtl="0" algn="l">
              <a:spcBef>
                <a:spcPts val="200"/>
              </a:spcBef>
              <a:spcAft>
                <a:spcPts val="0"/>
              </a:spcAft>
              <a:buClr>
                <a:schemeClr val="dk1"/>
              </a:buClr>
              <a:buSzPts val="800"/>
              <a:buChar char="•"/>
              <a:defRPr sz="800"/>
            </a:lvl6pPr>
            <a:lvl7pPr indent="-279400" lvl="6" marL="3200400" rtl="0" algn="l">
              <a:spcBef>
                <a:spcPts val="200"/>
              </a:spcBef>
              <a:spcAft>
                <a:spcPts val="0"/>
              </a:spcAft>
              <a:buClr>
                <a:schemeClr val="dk1"/>
              </a:buClr>
              <a:buSzPts val="800"/>
              <a:buChar char="•"/>
              <a:defRPr sz="800"/>
            </a:lvl7pPr>
            <a:lvl8pPr indent="-279400" lvl="7" marL="3657600" rtl="0" algn="l">
              <a:spcBef>
                <a:spcPts val="200"/>
              </a:spcBef>
              <a:spcAft>
                <a:spcPts val="0"/>
              </a:spcAft>
              <a:buClr>
                <a:schemeClr val="dk1"/>
              </a:buClr>
              <a:buSzPts val="800"/>
              <a:buChar char="•"/>
              <a:defRPr sz="800"/>
            </a:lvl8pPr>
            <a:lvl9pPr indent="-279400" lvl="8" marL="4114800" rtl="0" algn="l">
              <a:spcBef>
                <a:spcPts val="200"/>
              </a:spcBef>
              <a:spcAft>
                <a:spcPts val="0"/>
              </a:spcAft>
              <a:buClr>
                <a:schemeClr val="dk1"/>
              </a:buClr>
              <a:buSzPts val="800"/>
              <a:buChar char="•"/>
              <a:defRPr sz="800"/>
            </a:lvl9pPr>
          </a:lstStyle>
          <a:p/>
        </p:txBody>
      </p:sp>
      <p:sp>
        <p:nvSpPr>
          <p:cNvPr id="165" name="Google Shape;165;p3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66" name="Google Shape;166;p3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67" name="Google Shape;167;p3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8" name="Shape 168"/>
        <p:cNvGrpSpPr/>
        <p:nvPr/>
      </p:nvGrpSpPr>
      <p:grpSpPr>
        <a:xfrm>
          <a:off x="0" y="0"/>
          <a:ext cx="0" cy="0"/>
          <a:chOff x="0" y="0"/>
          <a:chExt cx="0" cy="0"/>
        </a:xfrm>
      </p:grpSpPr>
      <p:sp>
        <p:nvSpPr>
          <p:cNvPr id="169" name="Google Shape;169;p3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70" name="Google Shape;170;p3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71" name="Google Shape;171;p3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72" name="Google Shape;172;p3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3" name="Shape 173"/>
        <p:cNvGrpSpPr/>
        <p:nvPr/>
      </p:nvGrpSpPr>
      <p:grpSpPr>
        <a:xfrm>
          <a:off x="0" y="0"/>
          <a:ext cx="0" cy="0"/>
          <a:chOff x="0" y="0"/>
          <a:chExt cx="0" cy="0"/>
        </a:xfrm>
      </p:grpSpPr>
      <p:sp>
        <p:nvSpPr>
          <p:cNvPr id="174" name="Google Shape;174;p40"/>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rtl="0" algn="l">
              <a:spcBef>
                <a:spcPts val="0"/>
              </a:spcBef>
              <a:spcAft>
                <a:spcPts val="0"/>
              </a:spcAft>
              <a:buClr>
                <a:schemeClr val="dk1"/>
              </a:buClr>
              <a:buSzPts val="1000"/>
              <a:buFont typeface="Calibri"/>
              <a:buNone/>
              <a:defRPr b="1" sz="10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75" name="Google Shape;175;p40"/>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rtl="0" algn="l">
              <a:spcBef>
                <a:spcPts val="300"/>
              </a:spcBef>
              <a:spcAft>
                <a:spcPts val="0"/>
              </a:spcAft>
              <a:buClr>
                <a:schemeClr val="dk1"/>
              </a:buClr>
              <a:buSzPts val="1600"/>
              <a:buChar char="•"/>
              <a:defRPr sz="1600"/>
            </a:lvl1pPr>
            <a:lvl2pPr indent="-317500" lvl="1" marL="914400" rtl="0" algn="l">
              <a:spcBef>
                <a:spcPts val="300"/>
              </a:spcBef>
              <a:spcAft>
                <a:spcPts val="0"/>
              </a:spcAft>
              <a:buClr>
                <a:schemeClr val="dk1"/>
              </a:buClr>
              <a:buSzPts val="1400"/>
              <a:buChar char="–"/>
              <a:defRPr sz="1400"/>
            </a:lvl2pPr>
            <a:lvl3pPr indent="-304800" lvl="2" marL="1371600" rtl="0" algn="l">
              <a:spcBef>
                <a:spcPts val="200"/>
              </a:spcBef>
              <a:spcAft>
                <a:spcPts val="0"/>
              </a:spcAft>
              <a:buClr>
                <a:schemeClr val="dk1"/>
              </a:buClr>
              <a:buSzPts val="1200"/>
              <a:buChar char="•"/>
              <a:defRPr sz="1200"/>
            </a:lvl3pPr>
            <a:lvl4pPr indent="-292100" lvl="3" marL="1828800" rtl="0" algn="l">
              <a:spcBef>
                <a:spcPts val="200"/>
              </a:spcBef>
              <a:spcAft>
                <a:spcPts val="0"/>
              </a:spcAft>
              <a:buClr>
                <a:schemeClr val="dk1"/>
              </a:buClr>
              <a:buSzPts val="1000"/>
              <a:buChar char="–"/>
              <a:defRPr sz="1000"/>
            </a:lvl4pPr>
            <a:lvl5pPr indent="-292100" lvl="4" marL="2286000" rtl="0" algn="l">
              <a:spcBef>
                <a:spcPts val="200"/>
              </a:spcBef>
              <a:spcAft>
                <a:spcPts val="0"/>
              </a:spcAft>
              <a:buClr>
                <a:schemeClr val="dk1"/>
              </a:buClr>
              <a:buSzPts val="1000"/>
              <a:buChar char="»"/>
              <a:defRPr sz="1000"/>
            </a:lvl5pPr>
            <a:lvl6pPr indent="-292100" lvl="5" marL="2743200" rtl="0" algn="l">
              <a:spcBef>
                <a:spcPts val="200"/>
              </a:spcBef>
              <a:spcAft>
                <a:spcPts val="0"/>
              </a:spcAft>
              <a:buClr>
                <a:schemeClr val="dk1"/>
              </a:buClr>
              <a:buSzPts val="1000"/>
              <a:buChar char="•"/>
              <a:defRPr sz="1000"/>
            </a:lvl6pPr>
            <a:lvl7pPr indent="-292100" lvl="6" marL="3200400" rtl="0" algn="l">
              <a:spcBef>
                <a:spcPts val="200"/>
              </a:spcBef>
              <a:spcAft>
                <a:spcPts val="0"/>
              </a:spcAft>
              <a:buClr>
                <a:schemeClr val="dk1"/>
              </a:buClr>
              <a:buSzPts val="1000"/>
              <a:buChar char="•"/>
              <a:defRPr sz="1000"/>
            </a:lvl7pPr>
            <a:lvl8pPr indent="-292100" lvl="7" marL="3657600" rtl="0" algn="l">
              <a:spcBef>
                <a:spcPts val="200"/>
              </a:spcBef>
              <a:spcAft>
                <a:spcPts val="0"/>
              </a:spcAft>
              <a:buClr>
                <a:schemeClr val="dk1"/>
              </a:buClr>
              <a:buSzPts val="1000"/>
              <a:buChar char="•"/>
              <a:defRPr sz="1000"/>
            </a:lvl8pPr>
            <a:lvl9pPr indent="-292100" lvl="8" marL="4114800" rtl="0" algn="l">
              <a:spcBef>
                <a:spcPts val="200"/>
              </a:spcBef>
              <a:spcAft>
                <a:spcPts val="0"/>
              </a:spcAft>
              <a:buClr>
                <a:schemeClr val="dk1"/>
              </a:buClr>
              <a:buSzPts val="1000"/>
              <a:buChar char="•"/>
              <a:defRPr sz="1000"/>
            </a:lvl9pPr>
          </a:lstStyle>
          <a:p/>
        </p:txBody>
      </p:sp>
      <p:sp>
        <p:nvSpPr>
          <p:cNvPr id="176" name="Google Shape;176;p40"/>
          <p:cNvSpPr txBox="1"/>
          <p:nvPr>
            <p:ph idx="2" type="body"/>
          </p:nvPr>
        </p:nvSpPr>
        <p:spPr>
          <a:xfrm>
            <a:off x="228600" y="717550"/>
            <a:ext cx="1504200" cy="2345700"/>
          </a:xfrm>
          <a:prstGeom prst="rect">
            <a:avLst/>
          </a:prstGeom>
          <a:noFill/>
          <a:ln>
            <a:noFill/>
          </a:ln>
        </p:spPr>
        <p:txBody>
          <a:bodyPr anchorCtr="0" anchor="t" bIns="22850" lIns="45725" spcFirstLastPara="1" rIns="45725" wrap="square" tIns="22850">
            <a:normAutofit/>
          </a:bodyPr>
          <a:lstStyle>
            <a:lvl1pPr indent="-228600" lvl="0" marL="457200" rtl="0" algn="l">
              <a:spcBef>
                <a:spcPts val="100"/>
              </a:spcBef>
              <a:spcAft>
                <a:spcPts val="0"/>
              </a:spcAft>
              <a:buClr>
                <a:schemeClr val="dk1"/>
              </a:buClr>
              <a:buSzPts val="700"/>
              <a:buNone/>
              <a:defRPr sz="700"/>
            </a:lvl1pPr>
            <a:lvl2pPr indent="-228600" lvl="1" marL="914400" rtl="0" algn="l">
              <a:spcBef>
                <a:spcPts val="100"/>
              </a:spcBef>
              <a:spcAft>
                <a:spcPts val="0"/>
              </a:spcAft>
              <a:buClr>
                <a:schemeClr val="dk1"/>
              </a:buClr>
              <a:buSzPts val="600"/>
              <a:buNone/>
              <a:defRPr sz="600"/>
            </a:lvl2pPr>
            <a:lvl3pPr indent="-228600" lvl="2" marL="1371600" rtl="0" algn="l">
              <a:spcBef>
                <a:spcPts val="100"/>
              </a:spcBef>
              <a:spcAft>
                <a:spcPts val="0"/>
              </a:spcAft>
              <a:buClr>
                <a:schemeClr val="dk1"/>
              </a:buClr>
              <a:buSzPts val="500"/>
              <a:buNone/>
              <a:defRPr sz="500"/>
            </a:lvl3pPr>
            <a:lvl4pPr indent="-228600" lvl="3" marL="1828800" rtl="0" algn="l">
              <a:spcBef>
                <a:spcPts val="100"/>
              </a:spcBef>
              <a:spcAft>
                <a:spcPts val="0"/>
              </a:spcAft>
              <a:buClr>
                <a:schemeClr val="dk1"/>
              </a:buClr>
              <a:buSzPts val="500"/>
              <a:buNone/>
              <a:defRPr sz="500"/>
            </a:lvl4pPr>
            <a:lvl5pPr indent="-228600" lvl="4" marL="2286000" rtl="0" algn="l">
              <a:spcBef>
                <a:spcPts val="100"/>
              </a:spcBef>
              <a:spcAft>
                <a:spcPts val="0"/>
              </a:spcAft>
              <a:buClr>
                <a:schemeClr val="dk1"/>
              </a:buClr>
              <a:buSzPts val="500"/>
              <a:buNone/>
              <a:defRPr sz="500"/>
            </a:lvl5pPr>
            <a:lvl6pPr indent="-228600" lvl="5" marL="2743200" rtl="0" algn="l">
              <a:spcBef>
                <a:spcPts val="100"/>
              </a:spcBef>
              <a:spcAft>
                <a:spcPts val="0"/>
              </a:spcAft>
              <a:buClr>
                <a:schemeClr val="dk1"/>
              </a:buClr>
              <a:buSzPts val="500"/>
              <a:buNone/>
              <a:defRPr sz="500"/>
            </a:lvl6pPr>
            <a:lvl7pPr indent="-228600" lvl="6" marL="3200400" rtl="0" algn="l">
              <a:spcBef>
                <a:spcPts val="100"/>
              </a:spcBef>
              <a:spcAft>
                <a:spcPts val="0"/>
              </a:spcAft>
              <a:buClr>
                <a:schemeClr val="dk1"/>
              </a:buClr>
              <a:buSzPts val="500"/>
              <a:buNone/>
              <a:defRPr sz="500"/>
            </a:lvl7pPr>
            <a:lvl8pPr indent="-228600" lvl="7" marL="3657600" rtl="0" algn="l">
              <a:spcBef>
                <a:spcPts val="100"/>
              </a:spcBef>
              <a:spcAft>
                <a:spcPts val="0"/>
              </a:spcAft>
              <a:buClr>
                <a:schemeClr val="dk1"/>
              </a:buClr>
              <a:buSzPts val="500"/>
              <a:buNone/>
              <a:defRPr sz="500"/>
            </a:lvl8pPr>
            <a:lvl9pPr indent="-228600" lvl="8" marL="4114800" rtl="0" algn="l">
              <a:spcBef>
                <a:spcPts val="100"/>
              </a:spcBef>
              <a:spcAft>
                <a:spcPts val="0"/>
              </a:spcAft>
              <a:buClr>
                <a:schemeClr val="dk1"/>
              </a:buClr>
              <a:buSzPts val="500"/>
              <a:buNone/>
              <a:defRPr sz="500"/>
            </a:lvl9pPr>
          </a:lstStyle>
          <a:p/>
        </p:txBody>
      </p:sp>
      <p:sp>
        <p:nvSpPr>
          <p:cNvPr id="177" name="Google Shape;177;p4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78" name="Google Shape;178;p4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79" name="Google Shape;179;p4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0" name="Shape 180"/>
        <p:cNvGrpSpPr/>
        <p:nvPr/>
      </p:nvGrpSpPr>
      <p:grpSpPr>
        <a:xfrm>
          <a:off x="0" y="0"/>
          <a:ext cx="0" cy="0"/>
          <a:chOff x="0" y="0"/>
          <a:chExt cx="0" cy="0"/>
        </a:xfrm>
      </p:grpSpPr>
      <p:sp>
        <p:nvSpPr>
          <p:cNvPr id="181" name="Google Shape;181;p41"/>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rtl="0" algn="l">
              <a:spcBef>
                <a:spcPts val="0"/>
              </a:spcBef>
              <a:spcAft>
                <a:spcPts val="0"/>
              </a:spcAft>
              <a:buClr>
                <a:schemeClr val="dk1"/>
              </a:buClr>
              <a:buSzPts val="1000"/>
              <a:buFont typeface="Calibri"/>
              <a:buNone/>
              <a:defRPr b="1" sz="10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82" name="Google Shape;182;p41"/>
          <p:cNvSpPr/>
          <p:nvPr>
            <p:ph idx="2" type="pic"/>
          </p:nvPr>
        </p:nvSpPr>
        <p:spPr>
          <a:xfrm>
            <a:off x="896144" y="306388"/>
            <a:ext cx="2743200" cy="2057400"/>
          </a:xfrm>
          <a:prstGeom prst="rect">
            <a:avLst/>
          </a:prstGeom>
          <a:noFill/>
          <a:ln>
            <a:noFill/>
          </a:ln>
        </p:spPr>
      </p:sp>
      <p:sp>
        <p:nvSpPr>
          <p:cNvPr id="183" name="Google Shape;183;p41"/>
          <p:cNvSpPr txBox="1"/>
          <p:nvPr>
            <p:ph idx="1" type="body"/>
          </p:nvPr>
        </p:nvSpPr>
        <p:spPr>
          <a:xfrm>
            <a:off x="896144" y="2683669"/>
            <a:ext cx="2743200" cy="402600"/>
          </a:xfrm>
          <a:prstGeom prst="rect">
            <a:avLst/>
          </a:prstGeom>
          <a:noFill/>
          <a:ln>
            <a:noFill/>
          </a:ln>
        </p:spPr>
        <p:txBody>
          <a:bodyPr anchorCtr="0" anchor="t" bIns="22850" lIns="45725" spcFirstLastPara="1" rIns="45725" wrap="square" tIns="22850">
            <a:normAutofit/>
          </a:bodyPr>
          <a:lstStyle>
            <a:lvl1pPr indent="-228600" lvl="0" marL="457200" rtl="0" algn="l">
              <a:spcBef>
                <a:spcPts val="100"/>
              </a:spcBef>
              <a:spcAft>
                <a:spcPts val="0"/>
              </a:spcAft>
              <a:buClr>
                <a:schemeClr val="dk1"/>
              </a:buClr>
              <a:buSzPts val="700"/>
              <a:buNone/>
              <a:defRPr sz="700"/>
            </a:lvl1pPr>
            <a:lvl2pPr indent="-228600" lvl="1" marL="914400" rtl="0" algn="l">
              <a:spcBef>
                <a:spcPts val="100"/>
              </a:spcBef>
              <a:spcAft>
                <a:spcPts val="0"/>
              </a:spcAft>
              <a:buClr>
                <a:schemeClr val="dk1"/>
              </a:buClr>
              <a:buSzPts val="600"/>
              <a:buNone/>
              <a:defRPr sz="600"/>
            </a:lvl2pPr>
            <a:lvl3pPr indent="-228600" lvl="2" marL="1371600" rtl="0" algn="l">
              <a:spcBef>
                <a:spcPts val="100"/>
              </a:spcBef>
              <a:spcAft>
                <a:spcPts val="0"/>
              </a:spcAft>
              <a:buClr>
                <a:schemeClr val="dk1"/>
              </a:buClr>
              <a:buSzPts val="500"/>
              <a:buNone/>
              <a:defRPr sz="500"/>
            </a:lvl3pPr>
            <a:lvl4pPr indent="-228600" lvl="3" marL="1828800" rtl="0" algn="l">
              <a:spcBef>
                <a:spcPts val="100"/>
              </a:spcBef>
              <a:spcAft>
                <a:spcPts val="0"/>
              </a:spcAft>
              <a:buClr>
                <a:schemeClr val="dk1"/>
              </a:buClr>
              <a:buSzPts val="500"/>
              <a:buNone/>
              <a:defRPr sz="500"/>
            </a:lvl4pPr>
            <a:lvl5pPr indent="-228600" lvl="4" marL="2286000" rtl="0" algn="l">
              <a:spcBef>
                <a:spcPts val="100"/>
              </a:spcBef>
              <a:spcAft>
                <a:spcPts val="0"/>
              </a:spcAft>
              <a:buClr>
                <a:schemeClr val="dk1"/>
              </a:buClr>
              <a:buSzPts val="500"/>
              <a:buNone/>
              <a:defRPr sz="500"/>
            </a:lvl5pPr>
            <a:lvl6pPr indent="-228600" lvl="5" marL="2743200" rtl="0" algn="l">
              <a:spcBef>
                <a:spcPts val="100"/>
              </a:spcBef>
              <a:spcAft>
                <a:spcPts val="0"/>
              </a:spcAft>
              <a:buClr>
                <a:schemeClr val="dk1"/>
              </a:buClr>
              <a:buSzPts val="500"/>
              <a:buNone/>
              <a:defRPr sz="500"/>
            </a:lvl6pPr>
            <a:lvl7pPr indent="-228600" lvl="6" marL="3200400" rtl="0" algn="l">
              <a:spcBef>
                <a:spcPts val="100"/>
              </a:spcBef>
              <a:spcAft>
                <a:spcPts val="0"/>
              </a:spcAft>
              <a:buClr>
                <a:schemeClr val="dk1"/>
              </a:buClr>
              <a:buSzPts val="500"/>
              <a:buNone/>
              <a:defRPr sz="500"/>
            </a:lvl7pPr>
            <a:lvl8pPr indent="-228600" lvl="7" marL="3657600" rtl="0" algn="l">
              <a:spcBef>
                <a:spcPts val="100"/>
              </a:spcBef>
              <a:spcAft>
                <a:spcPts val="0"/>
              </a:spcAft>
              <a:buClr>
                <a:schemeClr val="dk1"/>
              </a:buClr>
              <a:buSzPts val="500"/>
              <a:buNone/>
              <a:defRPr sz="500"/>
            </a:lvl8pPr>
            <a:lvl9pPr indent="-228600" lvl="8" marL="4114800" rtl="0" algn="l">
              <a:spcBef>
                <a:spcPts val="100"/>
              </a:spcBef>
              <a:spcAft>
                <a:spcPts val="0"/>
              </a:spcAft>
              <a:buClr>
                <a:schemeClr val="dk1"/>
              </a:buClr>
              <a:buSzPts val="500"/>
              <a:buNone/>
              <a:defRPr sz="500"/>
            </a:lvl9pPr>
          </a:lstStyle>
          <a:p/>
        </p:txBody>
      </p:sp>
      <p:sp>
        <p:nvSpPr>
          <p:cNvPr id="184" name="Google Shape;184;p4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85" name="Google Shape;185;p4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86" name="Google Shape;186;p4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7" name="Shape 187"/>
        <p:cNvGrpSpPr/>
        <p:nvPr/>
      </p:nvGrpSpPr>
      <p:grpSpPr>
        <a:xfrm>
          <a:off x="0" y="0"/>
          <a:ext cx="0" cy="0"/>
          <a:chOff x="0" y="0"/>
          <a:chExt cx="0" cy="0"/>
        </a:xfrm>
      </p:grpSpPr>
      <p:sp>
        <p:nvSpPr>
          <p:cNvPr id="188" name="Google Shape;188;p4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89" name="Google Shape;189;p42"/>
          <p:cNvSpPr txBox="1"/>
          <p:nvPr>
            <p:ph idx="1" type="body"/>
          </p:nvPr>
        </p:nvSpPr>
        <p:spPr>
          <a:xfrm rot="5400000">
            <a:off x="1154400" y="-125700"/>
            <a:ext cx="2263200" cy="4114800"/>
          </a:xfrm>
          <a:prstGeom prst="rect">
            <a:avLst/>
          </a:prstGeom>
          <a:noFill/>
          <a:ln>
            <a:noFill/>
          </a:ln>
        </p:spPr>
        <p:txBody>
          <a:bodyPr anchorCtr="0" anchor="t" bIns="22850" lIns="45725" spcFirstLastPara="1" rIns="45725" wrap="square" tIns="22850">
            <a:normAutofit/>
          </a:bodyPr>
          <a:lstStyle>
            <a:lvl1pPr indent="-285750" lvl="0" marL="457200" rtl="0" algn="l">
              <a:spcBef>
                <a:spcPts val="200"/>
              </a:spcBef>
              <a:spcAft>
                <a:spcPts val="0"/>
              </a:spcAft>
              <a:buClr>
                <a:schemeClr val="dk1"/>
              </a:buClr>
              <a:buSzPts val="900"/>
              <a:buChar char="•"/>
              <a:defRPr/>
            </a:lvl1pPr>
            <a:lvl2pPr indent="-285750" lvl="1" marL="914400" rtl="0" algn="l">
              <a:spcBef>
                <a:spcPts val="200"/>
              </a:spcBef>
              <a:spcAft>
                <a:spcPts val="0"/>
              </a:spcAft>
              <a:buClr>
                <a:schemeClr val="dk1"/>
              </a:buClr>
              <a:buSzPts val="900"/>
              <a:buChar char="–"/>
              <a:defRPr/>
            </a:lvl2pPr>
            <a:lvl3pPr indent="-285750" lvl="2" marL="1371600" rtl="0" algn="l">
              <a:spcBef>
                <a:spcPts val="200"/>
              </a:spcBef>
              <a:spcAft>
                <a:spcPts val="0"/>
              </a:spcAft>
              <a:buClr>
                <a:schemeClr val="dk1"/>
              </a:buClr>
              <a:buSzPts val="900"/>
              <a:buChar char="•"/>
              <a:defRPr/>
            </a:lvl3pPr>
            <a:lvl4pPr indent="-285750" lvl="3" marL="1828800" rtl="0" algn="l">
              <a:spcBef>
                <a:spcPts val="200"/>
              </a:spcBef>
              <a:spcAft>
                <a:spcPts val="0"/>
              </a:spcAft>
              <a:buClr>
                <a:schemeClr val="dk1"/>
              </a:buClr>
              <a:buSzPts val="900"/>
              <a:buChar char="–"/>
              <a:defRPr/>
            </a:lvl4pPr>
            <a:lvl5pPr indent="-285750" lvl="4" marL="2286000" rtl="0" algn="l">
              <a:spcBef>
                <a:spcPts val="200"/>
              </a:spcBef>
              <a:spcAft>
                <a:spcPts val="0"/>
              </a:spcAft>
              <a:buClr>
                <a:schemeClr val="dk1"/>
              </a:buClr>
              <a:buSzPts val="900"/>
              <a:buChar char="»"/>
              <a:defRPr/>
            </a:lvl5pPr>
            <a:lvl6pPr indent="-285750" lvl="5" marL="2743200" rtl="0" algn="l">
              <a:spcBef>
                <a:spcPts val="200"/>
              </a:spcBef>
              <a:spcAft>
                <a:spcPts val="0"/>
              </a:spcAft>
              <a:buClr>
                <a:schemeClr val="dk1"/>
              </a:buClr>
              <a:buSzPts val="900"/>
              <a:buChar char="•"/>
              <a:defRPr/>
            </a:lvl6pPr>
            <a:lvl7pPr indent="-285750" lvl="6" marL="3200400" rtl="0" algn="l">
              <a:spcBef>
                <a:spcPts val="200"/>
              </a:spcBef>
              <a:spcAft>
                <a:spcPts val="0"/>
              </a:spcAft>
              <a:buClr>
                <a:schemeClr val="dk1"/>
              </a:buClr>
              <a:buSzPts val="900"/>
              <a:buChar char="•"/>
              <a:defRPr/>
            </a:lvl7pPr>
            <a:lvl8pPr indent="-285750" lvl="7" marL="3657600" rtl="0" algn="l">
              <a:spcBef>
                <a:spcPts val="200"/>
              </a:spcBef>
              <a:spcAft>
                <a:spcPts val="0"/>
              </a:spcAft>
              <a:buClr>
                <a:schemeClr val="dk1"/>
              </a:buClr>
              <a:buSzPts val="900"/>
              <a:buChar char="•"/>
              <a:defRPr/>
            </a:lvl8pPr>
            <a:lvl9pPr indent="-285750" lvl="8" marL="4114800" rtl="0" algn="l">
              <a:spcBef>
                <a:spcPts val="200"/>
              </a:spcBef>
              <a:spcAft>
                <a:spcPts val="0"/>
              </a:spcAft>
              <a:buClr>
                <a:schemeClr val="dk1"/>
              </a:buClr>
              <a:buSzPts val="900"/>
              <a:buChar char="•"/>
              <a:defRPr/>
            </a:lvl9pPr>
          </a:lstStyle>
          <a:p/>
        </p:txBody>
      </p:sp>
      <p:sp>
        <p:nvSpPr>
          <p:cNvPr id="190" name="Google Shape;190;p4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91" name="Google Shape;191;p4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92" name="Google Shape;192;p4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3" name="Shape 193"/>
        <p:cNvGrpSpPr/>
        <p:nvPr/>
      </p:nvGrpSpPr>
      <p:grpSpPr>
        <a:xfrm>
          <a:off x="0" y="0"/>
          <a:ext cx="0" cy="0"/>
          <a:chOff x="0" y="0"/>
          <a:chExt cx="0" cy="0"/>
        </a:xfrm>
      </p:grpSpPr>
      <p:sp>
        <p:nvSpPr>
          <p:cNvPr id="194" name="Google Shape;194;p43"/>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95" name="Google Shape;195;p43"/>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rtl="0" algn="l">
              <a:spcBef>
                <a:spcPts val="200"/>
              </a:spcBef>
              <a:spcAft>
                <a:spcPts val="0"/>
              </a:spcAft>
              <a:buClr>
                <a:schemeClr val="dk1"/>
              </a:buClr>
              <a:buSzPts val="900"/>
              <a:buChar char="•"/>
              <a:defRPr/>
            </a:lvl1pPr>
            <a:lvl2pPr indent="-285750" lvl="1" marL="914400" rtl="0" algn="l">
              <a:spcBef>
                <a:spcPts val="200"/>
              </a:spcBef>
              <a:spcAft>
                <a:spcPts val="0"/>
              </a:spcAft>
              <a:buClr>
                <a:schemeClr val="dk1"/>
              </a:buClr>
              <a:buSzPts val="900"/>
              <a:buChar char="–"/>
              <a:defRPr/>
            </a:lvl2pPr>
            <a:lvl3pPr indent="-285750" lvl="2" marL="1371600" rtl="0" algn="l">
              <a:spcBef>
                <a:spcPts val="200"/>
              </a:spcBef>
              <a:spcAft>
                <a:spcPts val="0"/>
              </a:spcAft>
              <a:buClr>
                <a:schemeClr val="dk1"/>
              </a:buClr>
              <a:buSzPts val="900"/>
              <a:buChar char="•"/>
              <a:defRPr/>
            </a:lvl3pPr>
            <a:lvl4pPr indent="-285750" lvl="3" marL="1828800" rtl="0" algn="l">
              <a:spcBef>
                <a:spcPts val="200"/>
              </a:spcBef>
              <a:spcAft>
                <a:spcPts val="0"/>
              </a:spcAft>
              <a:buClr>
                <a:schemeClr val="dk1"/>
              </a:buClr>
              <a:buSzPts val="900"/>
              <a:buChar char="–"/>
              <a:defRPr/>
            </a:lvl4pPr>
            <a:lvl5pPr indent="-285750" lvl="4" marL="2286000" rtl="0" algn="l">
              <a:spcBef>
                <a:spcPts val="200"/>
              </a:spcBef>
              <a:spcAft>
                <a:spcPts val="0"/>
              </a:spcAft>
              <a:buClr>
                <a:schemeClr val="dk1"/>
              </a:buClr>
              <a:buSzPts val="900"/>
              <a:buChar char="»"/>
              <a:defRPr/>
            </a:lvl5pPr>
            <a:lvl6pPr indent="-285750" lvl="5" marL="2743200" rtl="0" algn="l">
              <a:spcBef>
                <a:spcPts val="200"/>
              </a:spcBef>
              <a:spcAft>
                <a:spcPts val="0"/>
              </a:spcAft>
              <a:buClr>
                <a:schemeClr val="dk1"/>
              </a:buClr>
              <a:buSzPts val="900"/>
              <a:buChar char="•"/>
              <a:defRPr/>
            </a:lvl6pPr>
            <a:lvl7pPr indent="-285750" lvl="6" marL="3200400" rtl="0" algn="l">
              <a:spcBef>
                <a:spcPts val="200"/>
              </a:spcBef>
              <a:spcAft>
                <a:spcPts val="0"/>
              </a:spcAft>
              <a:buClr>
                <a:schemeClr val="dk1"/>
              </a:buClr>
              <a:buSzPts val="900"/>
              <a:buChar char="•"/>
              <a:defRPr/>
            </a:lvl7pPr>
            <a:lvl8pPr indent="-285750" lvl="7" marL="3657600" rtl="0" algn="l">
              <a:spcBef>
                <a:spcPts val="200"/>
              </a:spcBef>
              <a:spcAft>
                <a:spcPts val="0"/>
              </a:spcAft>
              <a:buClr>
                <a:schemeClr val="dk1"/>
              </a:buClr>
              <a:buSzPts val="900"/>
              <a:buChar char="•"/>
              <a:defRPr/>
            </a:lvl8pPr>
            <a:lvl9pPr indent="-285750" lvl="8" marL="4114800" rtl="0" algn="l">
              <a:spcBef>
                <a:spcPts val="200"/>
              </a:spcBef>
              <a:spcAft>
                <a:spcPts val="0"/>
              </a:spcAft>
              <a:buClr>
                <a:schemeClr val="dk1"/>
              </a:buClr>
              <a:buSzPts val="900"/>
              <a:buChar char="•"/>
              <a:defRPr/>
            </a:lvl9pPr>
          </a:lstStyle>
          <a:p/>
        </p:txBody>
      </p:sp>
      <p:sp>
        <p:nvSpPr>
          <p:cNvPr id="196" name="Google Shape;196;p4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97" name="Google Shape;197;p4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98" name="Google Shape;198;p4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32" Type="http://schemas.openxmlformats.org/officeDocument/2006/relationships/theme" Target="../theme/theme3.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p3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rtl="0">
              <a:spcBef>
                <a:spcPts val="0"/>
              </a:spcBef>
              <a:spcAft>
                <a:spcPts val="0"/>
              </a:spcAft>
              <a:buSzPts val="700"/>
              <a:buNone/>
              <a:defRPr sz="900"/>
            </a:lvl2pPr>
            <a:lvl3pPr lvl="2" rtl="0">
              <a:spcBef>
                <a:spcPts val="0"/>
              </a:spcBef>
              <a:spcAft>
                <a:spcPts val="0"/>
              </a:spcAft>
              <a:buSzPts val="700"/>
              <a:buNone/>
              <a:defRPr sz="900"/>
            </a:lvl3pPr>
            <a:lvl4pPr lvl="3" rtl="0">
              <a:spcBef>
                <a:spcPts val="0"/>
              </a:spcBef>
              <a:spcAft>
                <a:spcPts val="0"/>
              </a:spcAft>
              <a:buSzPts val="700"/>
              <a:buNone/>
              <a:defRPr sz="900"/>
            </a:lvl4pPr>
            <a:lvl5pPr lvl="4" rtl="0">
              <a:spcBef>
                <a:spcPts val="0"/>
              </a:spcBef>
              <a:spcAft>
                <a:spcPts val="0"/>
              </a:spcAft>
              <a:buSzPts val="700"/>
              <a:buNone/>
              <a:defRPr sz="900"/>
            </a:lvl5pPr>
            <a:lvl6pPr lvl="5" rtl="0">
              <a:spcBef>
                <a:spcPts val="0"/>
              </a:spcBef>
              <a:spcAft>
                <a:spcPts val="0"/>
              </a:spcAft>
              <a:buSzPts val="700"/>
              <a:buNone/>
              <a:defRPr sz="900"/>
            </a:lvl6pPr>
            <a:lvl7pPr lvl="6" rtl="0">
              <a:spcBef>
                <a:spcPts val="0"/>
              </a:spcBef>
              <a:spcAft>
                <a:spcPts val="0"/>
              </a:spcAft>
              <a:buSzPts val="700"/>
              <a:buNone/>
              <a:defRPr sz="900"/>
            </a:lvl7pPr>
            <a:lvl8pPr lvl="7" rtl="0">
              <a:spcBef>
                <a:spcPts val="0"/>
              </a:spcBef>
              <a:spcAft>
                <a:spcPts val="0"/>
              </a:spcAft>
              <a:buSzPts val="700"/>
              <a:buNone/>
              <a:defRPr sz="900"/>
            </a:lvl8pPr>
            <a:lvl9pPr lvl="8" rtl="0">
              <a:spcBef>
                <a:spcPts val="0"/>
              </a:spcBef>
              <a:spcAft>
                <a:spcPts val="0"/>
              </a:spcAft>
              <a:buSzPts val="700"/>
              <a:buNone/>
              <a:defRPr sz="900"/>
            </a:lvl9pPr>
          </a:lstStyle>
          <a:p/>
        </p:txBody>
      </p:sp>
      <p:sp>
        <p:nvSpPr>
          <p:cNvPr id="124" name="Google Shape;124;p32"/>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125" name="Google Shape;125;p3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26" name="Google Shape;126;p3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27" name="Google Shape;127;p3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hyperlink" Target="https://www.w3schools.com/jquery/jquery_ref_traversing.as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slide" Target="/ppt/slides/slide1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4"/>
          <p:cNvSpPr txBox="1"/>
          <p:nvPr>
            <p:ph idx="12" type="sldNum"/>
          </p:nvPr>
        </p:nvSpPr>
        <p:spPr>
          <a:xfrm>
            <a:off x="3276600" y="31781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04" name="Google Shape;204;p44"/>
          <p:cNvSpPr txBox="1"/>
          <p:nvPr>
            <p:ph idx="4294967295" type="ctrTitle"/>
          </p:nvPr>
        </p:nvSpPr>
        <p:spPr>
          <a:xfrm>
            <a:off x="564975" y="758125"/>
            <a:ext cx="7969800" cy="1783500"/>
          </a:xfrm>
          <a:prstGeom prst="rect">
            <a:avLst/>
          </a:prstGeom>
        </p:spPr>
        <p:txBody>
          <a:bodyPr anchorCtr="0" anchor="ctr" bIns="22850" lIns="45725" spcFirstLastPara="1" rIns="45725" wrap="square" tIns="22850">
            <a:noAutofit/>
          </a:bodyPr>
          <a:lstStyle/>
          <a:p>
            <a:pPr indent="0" lvl="0" marL="0" rtl="0" algn="ctr">
              <a:lnSpc>
                <a:spcPct val="115000"/>
              </a:lnSpc>
              <a:spcBef>
                <a:spcPts val="0"/>
              </a:spcBef>
              <a:spcAft>
                <a:spcPts val="0"/>
              </a:spcAft>
              <a:buNone/>
            </a:pPr>
            <a:r>
              <a:rPr b="1" lang="en" sz="3600">
                <a:solidFill>
                  <a:srgbClr val="37278E"/>
                </a:solidFill>
                <a:latin typeface="Arial"/>
                <a:ea typeface="Arial"/>
                <a:cs typeface="Arial"/>
                <a:sym typeface="Arial"/>
              </a:rPr>
              <a:t>Task 34</a:t>
            </a:r>
            <a:endParaRPr b="1" sz="3600">
              <a:solidFill>
                <a:srgbClr val="37278E"/>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100"/>
              <a:buFont typeface="Arial"/>
              <a:buNone/>
            </a:pPr>
            <a:r>
              <a:rPr b="1" lang="en" sz="3600">
                <a:solidFill>
                  <a:srgbClr val="37278E"/>
                </a:solidFill>
                <a:latin typeface="Arial"/>
                <a:ea typeface="Arial"/>
                <a:cs typeface="Arial"/>
                <a:sym typeface="Arial"/>
              </a:rPr>
              <a:t>Jquery &amp; Bootstrap</a:t>
            </a:r>
            <a:endParaRPr b="1" sz="3600">
              <a:solidFill>
                <a:srgbClr val="37278E"/>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5"/>
          <p:cNvSpPr txBox="1"/>
          <p:nvPr>
            <p:ph type="ctrTitle"/>
          </p:nvPr>
        </p:nvSpPr>
        <p:spPr>
          <a:xfrm>
            <a:off x="646175" y="1022150"/>
            <a:ext cx="8107800" cy="1182600"/>
          </a:xfrm>
          <a:prstGeom prst="rect">
            <a:avLst/>
          </a:prstGeom>
        </p:spPr>
        <p:txBody>
          <a:bodyPr anchorCtr="0" anchor="b" bIns="34275" lIns="68575" spcFirstLastPara="1" rIns="68575" wrap="square" tIns="34275">
            <a:noAutofit/>
          </a:bodyPr>
          <a:lstStyle/>
          <a:p>
            <a:pPr indent="0" lvl="0" marL="0" marR="0" rtl="0" algn="ctr">
              <a:lnSpc>
                <a:spcPct val="115000"/>
              </a:lnSpc>
              <a:spcBef>
                <a:spcPts val="0"/>
              </a:spcBef>
              <a:spcAft>
                <a:spcPts val="0"/>
              </a:spcAft>
              <a:buClr>
                <a:schemeClr val="dk1"/>
              </a:buClr>
              <a:buSzPts val="1100"/>
              <a:buFont typeface="Arial"/>
              <a:buNone/>
            </a:pPr>
            <a:r>
              <a:rPr b="1" lang="en" sz="3600">
                <a:solidFill>
                  <a:srgbClr val="0071BB"/>
                </a:solidFill>
                <a:latin typeface="Arial"/>
                <a:ea typeface="Arial"/>
                <a:cs typeface="Arial"/>
                <a:sym typeface="Arial"/>
              </a:rPr>
              <a:t>Task specification</a:t>
            </a:r>
            <a:endParaRPr b="1" sz="3600">
              <a:solidFill>
                <a:srgbClr val="0071BB"/>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100"/>
              <a:buFont typeface="Arial"/>
              <a:buNone/>
            </a:pPr>
            <a:r>
              <a:rPr b="1" lang="en" sz="3600">
                <a:solidFill>
                  <a:srgbClr val="37278E"/>
                </a:solidFill>
                <a:latin typeface="Arial"/>
                <a:ea typeface="Arial"/>
                <a:cs typeface="Arial"/>
                <a:sym typeface="Arial"/>
              </a:rPr>
              <a:t>Jquery &amp; Bootstrap</a:t>
            </a:r>
            <a:endParaRPr b="1" sz="3600">
              <a:solidFill>
                <a:srgbClr val="37278E"/>
              </a:solidFill>
              <a:latin typeface="Arial"/>
              <a:ea typeface="Arial"/>
              <a:cs typeface="Arial"/>
              <a:sym typeface="Arial"/>
            </a:endParaRPr>
          </a:p>
        </p:txBody>
      </p:sp>
      <p:sp>
        <p:nvSpPr>
          <p:cNvPr id="210" name="Google Shape;210;p45"/>
          <p:cNvSpPr txBox="1"/>
          <p:nvPr>
            <p:ph idx="1" type="subTitle"/>
          </p:nvPr>
        </p:nvSpPr>
        <p:spPr>
          <a:xfrm>
            <a:off x="1102025" y="3378175"/>
            <a:ext cx="7821300" cy="792600"/>
          </a:xfrm>
          <a:prstGeom prst="rect">
            <a:avLst/>
          </a:prstGeom>
        </p:spPr>
        <p:txBody>
          <a:bodyPr anchorCtr="0" anchor="t" bIns="34275" lIns="68575" spcFirstLastPara="1" rIns="68575" wrap="square" tIns="34275">
            <a:normAutofit/>
          </a:bodyPr>
          <a:lstStyle/>
          <a:p>
            <a:pPr indent="0" lvl="0" marL="0" marR="0" rtl="0" algn="l">
              <a:lnSpc>
                <a:spcPct val="100000"/>
              </a:lnSpc>
              <a:spcBef>
                <a:spcPts val="0"/>
              </a:spcBef>
              <a:spcAft>
                <a:spcPts val="0"/>
              </a:spcAft>
              <a:buNone/>
            </a:pPr>
            <a:r>
              <a:rPr lang="en" sz="1900">
                <a:latin typeface="Arial"/>
                <a:ea typeface="Arial"/>
                <a:cs typeface="Arial"/>
                <a:sym typeface="Arial"/>
              </a:rPr>
              <a:t>Chú ý:</a:t>
            </a:r>
            <a:r>
              <a:rPr b="1" lang="en" sz="1900">
                <a:latin typeface="Arial"/>
                <a:ea typeface="Arial"/>
                <a:cs typeface="Arial"/>
                <a:sym typeface="Arial"/>
              </a:rPr>
              <a:t> bảng TDD bạn có thể bổ sung cho phù hợp, chi tiết hơn.</a:t>
            </a:r>
            <a:endParaRPr b="1" sz="19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6"/>
          <p:cNvSpPr txBox="1"/>
          <p:nvPr>
            <p:ph type="ctrTitle"/>
          </p:nvPr>
        </p:nvSpPr>
        <p:spPr>
          <a:xfrm>
            <a:off x="508325" y="119750"/>
            <a:ext cx="8354100" cy="570000"/>
          </a:xfrm>
          <a:prstGeom prst="rect">
            <a:avLst/>
          </a:prstGeom>
        </p:spPr>
        <p:txBody>
          <a:bodyPr anchorCtr="0" anchor="t" bIns="34275" lIns="68575" spcFirstLastPara="1" rIns="68575" wrap="square" tIns="34275">
            <a:norm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34</a:t>
            </a:r>
            <a:r>
              <a:rPr b="1" lang="en" sz="2000">
                <a:solidFill>
                  <a:srgbClr val="37278E"/>
                </a:solidFill>
                <a:latin typeface="Arial"/>
                <a:ea typeface="Arial"/>
                <a:cs typeface="Arial"/>
                <a:sym typeface="Arial"/>
              </a:rPr>
              <a:t>.20 Document ready and $ selector</a:t>
            </a:r>
            <a:endParaRPr b="1" sz="2000">
              <a:solidFill>
                <a:srgbClr val="37278E"/>
              </a:solidFill>
              <a:latin typeface="Arial"/>
              <a:ea typeface="Arial"/>
              <a:cs typeface="Arial"/>
              <a:sym typeface="Arial"/>
            </a:endParaRPr>
          </a:p>
        </p:txBody>
      </p:sp>
      <p:graphicFrame>
        <p:nvGraphicFramePr>
          <p:cNvPr id="216" name="Google Shape;216;p46"/>
          <p:cNvGraphicFramePr/>
          <p:nvPr/>
        </p:nvGraphicFramePr>
        <p:xfrm>
          <a:off x="608525" y="885900"/>
          <a:ext cx="3000000" cy="3000000"/>
        </p:xfrm>
        <a:graphic>
          <a:graphicData uri="http://schemas.openxmlformats.org/drawingml/2006/table">
            <a:tbl>
              <a:tblPr>
                <a:noFill/>
                <a:tableStyleId>{9B8EF567-7059-4936-83AA-EED77D8B6495}</a:tableStyleId>
              </a:tblPr>
              <a:tblGrid>
                <a:gridCol w="1027900"/>
                <a:gridCol w="6151475"/>
                <a:gridCol w="1174725"/>
              </a:tblGrid>
              <a:tr h="365725">
                <a:tc>
                  <a:txBody>
                    <a:bodyPr/>
                    <a:lstStyle/>
                    <a:p>
                      <a:pPr indent="0" lvl="0" marL="0" rtl="0" algn="l">
                        <a:spcBef>
                          <a:spcPts val="0"/>
                        </a:spcBef>
                        <a:spcAft>
                          <a:spcPts val="0"/>
                        </a:spcAft>
                        <a:buNone/>
                      </a:pPr>
                      <a:r>
                        <a:rPr b="1" lang="en" sz="1200"/>
                        <a:t>subTask</a:t>
                      </a:r>
                      <a:endParaRPr b="1" sz="1200"/>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None/>
                      </a:pPr>
                      <a:r>
                        <a:rPr b="1" lang="en" sz="1200"/>
                        <a:t>Nội dung</a:t>
                      </a:r>
                      <a:endParaRPr b="1" sz="1200"/>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None/>
                      </a:pPr>
                      <a:r>
                        <a:rPr b="1" lang="en" sz="1200"/>
                        <a:t>Môi trường</a:t>
                      </a:r>
                      <a:endParaRPr b="1" sz="1200"/>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r>
              <a:tr h="590650">
                <a:tc>
                  <a:txBody>
                    <a:bodyPr/>
                    <a:lstStyle/>
                    <a:p>
                      <a:pPr indent="0" lvl="0" marL="0" marR="0" rtl="0" algn="l">
                        <a:lnSpc>
                          <a:spcPct val="100000"/>
                        </a:lnSpc>
                        <a:spcBef>
                          <a:spcPts val="0"/>
                        </a:spcBef>
                        <a:spcAft>
                          <a:spcPts val="0"/>
                        </a:spcAft>
                        <a:buNone/>
                      </a:pPr>
                      <a:r>
                        <a:rPr lang="en"/>
                        <a:t>0</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a:t>Tạo 01 project gitlab dùng chung cho toàn bộ S10</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None/>
                      </a:pPr>
                      <a:r>
                        <a:rPr lang="en"/>
                        <a:t>gitlab</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r>
              <a:tr h="822925">
                <a:tc>
                  <a:txBody>
                    <a:bodyPr/>
                    <a:lstStyle/>
                    <a:p>
                      <a:pPr indent="0" lvl="0" marL="0" marR="0" rtl="0" algn="l">
                        <a:lnSpc>
                          <a:spcPct val="100000"/>
                        </a:lnSpc>
                        <a:spcBef>
                          <a:spcPts val="0"/>
                        </a:spcBef>
                        <a:spcAft>
                          <a:spcPts val="0"/>
                        </a:spcAft>
                        <a:buNone/>
                      </a:pPr>
                      <a:r>
                        <a:rPr lang="en"/>
                        <a:t>1</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a:t>Chạy ứng dụng, mở </a:t>
                      </a:r>
                      <a:r>
                        <a:rPr lang="en"/>
                        <a:t>Console lên, bạn sẽ thấy đang gặp lỗi. </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
                        <a:t>Tìm cách để sửa lỗi này bằng Javascript thuần túy</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None/>
                      </a:pPr>
                      <a:r>
                        <a:rPr lang="en"/>
                        <a:t>console</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r>
              <a:tr h="1036300">
                <a:tc>
                  <a:txBody>
                    <a:bodyPr/>
                    <a:lstStyle/>
                    <a:p>
                      <a:pPr indent="0" lvl="0" marL="0" marR="0" rtl="0" algn="l">
                        <a:lnSpc>
                          <a:spcPct val="100000"/>
                        </a:lnSpc>
                        <a:spcBef>
                          <a:spcPts val="0"/>
                        </a:spcBef>
                        <a:spcAft>
                          <a:spcPts val="0"/>
                        </a:spcAft>
                        <a:buNone/>
                      </a:pPr>
                      <a:r>
                        <a:rPr lang="en"/>
                        <a:t>2 ste</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t>Tìm cách nhúng thư viện jQuery và sửa lỗi ở trên bằng Jquery</a:t>
                      </a:r>
                      <a:endParaRPr/>
                    </a:p>
                    <a:p>
                      <a:pPr indent="0" lvl="0" marL="0" marR="0" rtl="0" algn="l">
                        <a:lnSpc>
                          <a:spcPct val="100000"/>
                        </a:lnSpc>
                        <a:spcBef>
                          <a:spcPts val="0"/>
                        </a:spcBef>
                        <a:spcAft>
                          <a:spcPts val="0"/>
                        </a:spcAft>
                        <a:buNone/>
                      </a:pPr>
                      <a:r>
                        <a:rPr lang="en"/>
                        <a:t>Gợi ý từ khoá: </a:t>
                      </a:r>
                      <a:endParaRPr/>
                    </a:p>
                    <a:p>
                      <a:pPr indent="0" lvl="0" marL="0" marR="0" rtl="0" algn="l">
                        <a:lnSpc>
                          <a:spcPct val="100000"/>
                        </a:lnSpc>
                        <a:spcBef>
                          <a:spcPts val="0"/>
                        </a:spcBef>
                        <a:spcAft>
                          <a:spcPts val="0"/>
                        </a:spcAft>
                        <a:buNone/>
                      </a:pPr>
                      <a:r>
                        <a:rPr lang="en"/>
                        <a:t>Jquery CDN</a:t>
                      </a:r>
                      <a:endParaRPr/>
                    </a:p>
                    <a:p>
                      <a:pPr indent="0" lvl="0" marL="0" marR="0" rtl="0" algn="l">
                        <a:lnSpc>
                          <a:spcPct val="100000"/>
                        </a:lnSpc>
                        <a:spcBef>
                          <a:spcPts val="0"/>
                        </a:spcBef>
                        <a:spcAft>
                          <a:spcPts val="0"/>
                        </a:spcAft>
                        <a:buNone/>
                      </a:pPr>
                      <a:r>
                        <a:rPr lang="en"/>
                        <a:t>document ready jquery</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t>console</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r>
              <a:tr h="396200">
                <a:tc>
                  <a:txBody>
                    <a:bodyPr/>
                    <a:lstStyle/>
                    <a:p>
                      <a:pPr indent="0" lvl="0" marL="0" marR="0" rtl="0" algn="l">
                        <a:lnSpc>
                          <a:spcPct val="100000"/>
                        </a:lnSpc>
                        <a:spcBef>
                          <a:spcPts val="0"/>
                        </a:spcBef>
                        <a:spcAft>
                          <a:spcPts val="0"/>
                        </a:spcAft>
                        <a:buNone/>
                      </a:pPr>
                      <a:r>
                        <a:rPr lang="en"/>
                        <a:t>3</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a:t>S</a:t>
                      </a:r>
                      <a:r>
                        <a:rPr lang="en"/>
                        <a:t>ửa lại toàn bộ code, sử dụng </a:t>
                      </a:r>
                      <a:r>
                        <a:rPr b="1" lang="en"/>
                        <a:t>Jquery</a:t>
                      </a:r>
                      <a:r>
                        <a:rPr lang="en"/>
                        <a:t> để truy xuất các phần tử</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t>console</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r>
              <a:tr h="594325">
                <a:tc>
                  <a:txBody>
                    <a:bodyPr/>
                    <a:lstStyle/>
                    <a:p>
                      <a:pPr indent="0" lvl="0" marL="0" marR="0" rtl="0" algn="l">
                        <a:lnSpc>
                          <a:spcPct val="100000"/>
                        </a:lnSpc>
                        <a:spcBef>
                          <a:spcPts val="0"/>
                        </a:spcBef>
                        <a:spcAft>
                          <a:spcPts val="0"/>
                        </a:spcAft>
                        <a:buNone/>
                      </a:pPr>
                      <a:r>
                        <a:rPr lang="en"/>
                        <a:t>4</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t>Push code </a:t>
                      </a:r>
                      <a:r>
                        <a:rPr lang="en"/>
                        <a:t>đã làm</a:t>
                      </a:r>
                      <a:r>
                        <a:rPr lang="en" sz="1300"/>
                        <a:t> lên gitlab, và nộp lại link git commit bài 34.20</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t>gitlab</a:t>
                      </a:r>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7"/>
          <p:cNvSpPr txBox="1"/>
          <p:nvPr>
            <p:ph type="ctrTitle"/>
          </p:nvPr>
        </p:nvSpPr>
        <p:spPr>
          <a:xfrm>
            <a:off x="491100" y="76200"/>
            <a:ext cx="8579400" cy="572700"/>
          </a:xfrm>
          <a:prstGeom prst="rect">
            <a:avLst/>
          </a:prstGeom>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34</a:t>
            </a:r>
            <a:r>
              <a:rPr b="1" lang="en" sz="2000">
                <a:solidFill>
                  <a:srgbClr val="37278E"/>
                </a:solidFill>
                <a:latin typeface="Arial"/>
                <a:ea typeface="Arial"/>
                <a:cs typeface="Arial"/>
                <a:sym typeface="Arial"/>
              </a:rPr>
              <a:t>.30 TDD -Turn on &amp; Turn off light - Change Property</a:t>
            </a:r>
            <a:endParaRPr b="1" sz="2000">
              <a:solidFill>
                <a:srgbClr val="37278E"/>
              </a:solidFill>
              <a:latin typeface="Arial"/>
              <a:ea typeface="Arial"/>
              <a:cs typeface="Arial"/>
              <a:sym typeface="Arial"/>
            </a:endParaRPr>
          </a:p>
        </p:txBody>
      </p:sp>
      <p:graphicFrame>
        <p:nvGraphicFramePr>
          <p:cNvPr id="222" name="Google Shape;222;p47"/>
          <p:cNvGraphicFramePr/>
          <p:nvPr/>
        </p:nvGraphicFramePr>
        <p:xfrm>
          <a:off x="614523" y="3158250"/>
          <a:ext cx="3000000" cy="3000000"/>
        </p:xfrm>
        <a:graphic>
          <a:graphicData uri="http://schemas.openxmlformats.org/drawingml/2006/table">
            <a:tbl>
              <a:tblPr>
                <a:noFill/>
                <a:tableStyleId>{9B8EF567-7059-4936-83AA-EED77D8B6495}</a:tableStyleId>
              </a:tblPr>
              <a:tblGrid>
                <a:gridCol w="850525"/>
                <a:gridCol w="6478450"/>
                <a:gridCol w="1128125"/>
              </a:tblGrid>
              <a:tr h="386350">
                <a:tc>
                  <a:txBody>
                    <a:bodyPr/>
                    <a:lstStyle/>
                    <a:p>
                      <a:pPr indent="0" lvl="0" marL="0" rtl="0" algn="l">
                        <a:spcBef>
                          <a:spcPts val="0"/>
                        </a:spcBef>
                        <a:spcAft>
                          <a:spcPts val="0"/>
                        </a:spcAft>
                        <a:buClr>
                          <a:schemeClr val="dk1"/>
                        </a:buClr>
                        <a:buSzPts val="1100"/>
                        <a:buFont typeface="Arial"/>
                        <a:buNone/>
                      </a:pPr>
                      <a:r>
                        <a:rPr b="1" lang="en" sz="1200">
                          <a:solidFill>
                            <a:schemeClr val="dk1"/>
                          </a:solidFill>
                        </a:rPr>
                        <a:t>subTask</a:t>
                      </a:r>
                      <a:endParaRPr b="1" sz="1200"/>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None/>
                      </a:pPr>
                      <a:r>
                        <a:rPr b="1" lang="en" sz="1200"/>
                        <a:t>Nội dung</a:t>
                      </a:r>
                      <a:endParaRPr b="1" sz="1200"/>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None/>
                      </a:pPr>
                      <a:r>
                        <a:rPr b="1" lang="en" sz="1200"/>
                        <a:t>Môi trường</a:t>
                      </a:r>
                      <a:endParaRPr b="1" sz="1200"/>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r>
              <a:tr h="565425">
                <a:tc>
                  <a:txBody>
                    <a:bodyPr/>
                    <a:lstStyle/>
                    <a:p>
                      <a:pPr indent="0" lvl="0" marL="0" rtl="0" algn="l">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Khi ấn nút Bật đèn/Tắt đèn, </a:t>
                      </a:r>
                      <a:r>
                        <a:rPr b="1" lang="en">
                          <a:solidFill>
                            <a:schemeClr val="dk1"/>
                          </a:solidFill>
                        </a:rPr>
                        <a:t>đổi ảnh cho thẻ img với ảnh đèn sáng</a:t>
                      </a:r>
                      <a:r>
                        <a:rPr lang="en">
                          <a:solidFill>
                            <a:schemeClr val="dk1"/>
                          </a:solidFill>
                        </a:rPr>
                        <a:t>, </a:t>
                      </a:r>
                      <a:r>
                        <a:rPr b="1" lang="en">
                          <a:solidFill>
                            <a:schemeClr val="dk1"/>
                          </a:solidFill>
                        </a:rPr>
                        <a:t>đèn tắt</a:t>
                      </a:r>
                      <a:r>
                        <a:rPr lang="en">
                          <a:solidFill>
                            <a:schemeClr val="dk1"/>
                          </a:solidFill>
                        </a:rPr>
                        <a:t> tương ứng, sử dụng phương thức </a:t>
                      </a:r>
                      <a:r>
                        <a:rPr b="1" lang="en">
                          <a:solidFill>
                            <a:schemeClr val="dk1"/>
                          </a:solidFill>
                        </a:rPr>
                        <a:t>jQuery on() </a:t>
                      </a:r>
                      <a:r>
                        <a:rPr lang="en">
                          <a:solidFill>
                            <a:schemeClr val="dk1"/>
                          </a:solidFill>
                        </a:rPr>
                        <a:t>để gán hàm xử lý sự kiện cho 2 nút</a:t>
                      </a:r>
                      <a:endParaRPr b="1"/>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Web</a:t>
                      </a:r>
                      <a:endParaRPr>
                        <a:solidFill>
                          <a:schemeClr val="dk1"/>
                        </a:solidFill>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r>
              <a:tr h="565425">
                <a:tc>
                  <a:txBody>
                    <a:bodyPr/>
                    <a:lstStyle/>
                    <a:p>
                      <a:pPr indent="0" lvl="0" marL="0" rtl="0" algn="l">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Push code đã làm lên gitlab, và nộp lại link git commit bài 34.30</a:t>
                      </a:r>
                      <a:endParaRPr>
                        <a:solidFill>
                          <a:schemeClr val="dk1"/>
                        </a:solidFill>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gitlab</a:t>
                      </a:r>
                      <a:endParaRPr>
                        <a:solidFill>
                          <a:schemeClr val="dk1"/>
                        </a:solidFill>
                      </a:endParaRPr>
                    </a:p>
                  </a:txBody>
                  <a:tcPr marT="91425" marB="91425" marR="91425" marL="91425">
                    <a:lnL cap="flat" cmpd="sng" w="9525">
                      <a:solidFill>
                        <a:srgbClr val="0071BB"/>
                      </a:solidFill>
                      <a:prstDash val="solid"/>
                      <a:round/>
                      <a:headEnd len="sm" w="sm" type="none"/>
                      <a:tailEnd len="sm" w="sm" type="none"/>
                    </a:lnL>
                    <a:lnR cap="flat" cmpd="sng" w="9525">
                      <a:solidFill>
                        <a:srgbClr val="0071BB"/>
                      </a:solidFill>
                      <a:prstDash val="solid"/>
                      <a:round/>
                      <a:headEnd len="sm" w="sm" type="none"/>
                      <a:tailEnd len="sm" w="sm" type="none"/>
                    </a:lnR>
                    <a:lnT cap="flat" cmpd="sng" w="9525">
                      <a:solidFill>
                        <a:srgbClr val="0071BB"/>
                      </a:solidFill>
                      <a:prstDash val="solid"/>
                      <a:round/>
                      <a:headEnd len="sm" w="sm" type="none"/>
                      <a:tailEnd len="sm" w="sm" type="none"/>
                    </a:lnT>
                    <a:lnB cap="flat" cmpd="sng" w="9525">
                      <a:solidFill>
                        <a:srgbClr val="0071BB"/>
                      </a:solidFill>
                      <a:prstDash val="solid"/>
                      <a:round/>
                      <a:headEnd len="sm" w="sm" type="none"/>
                      <a:tailEnd len="sm" w="sm" type="none"/>
                    </a:lnB>
                  </a:tcPr>
                </a:tc>
              </a:tr>
            </a:tbl>
          </a:graphicData>
        </a:graphic>
      </p:graphicFrame>
      <p:pic>
        <p:nvPicPr>
          <p:cNvPr id="223" name="Google Shape;223;p47"/>
          <p:cNvPicPr preferRelativeResize="0"/>
          <p:nvPr/>
        </p:nvPicPr>
        <p:blipFill>
          <a:blip r:embed="rId3">
            <a:alphaModFix/>
          </a:blip>
          <a:stretch>
            <a:fillRect/>
          </a:stretch>
        </p:blipFill>
        <p:spPr>
          <a:xfrm>
            <a:off x="990600" y="725100"/>
            <a:ext cx="2405147" cy="1823550"/>
          </a:xfrm>
          <a:prstGeom prst="rect">
            <a:avLst/>
          </a:prstGeom>
          <a:noFill/>
          <a:ln>
            <a:noFill/>
          </a:ln>
        </p:spPr>
      </p:pic>
      <p:sp>
        <p:nvSpPr>
          <p:cNvPr id="224" name="Google Shape;224;p47"/>
          <p:cNvSpPr txBox="1"/>
          <p:nvPr/>
        </p:nvSpPr>
        <p:spPr>
          <a:xfrm>
            <a:off x="1396125" y="2553850"/>
            <a:ext cx="146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Khi ấn Tắt đèn</a:t>
            </a:r>
            <a:endParaRPr/>
          </a:p>
        </p:txBody>
      </p:sp>
      <p:pic>
        <p:nvPicPr>
          <p:cNvPr id="225" name="Google Shape;225;p47"/>
          <p:cNvPicPr preferRelativeResize="0"/>
          <p:nvPr/>
        </p:nvPicPr>
        <p:blipFill>
          <a:blip r:embed="rId4">
            <a:alphaModFix/>
          </a:blip>
          <a:stretch>
            <a:fillRect/>
          </a:stretch>
        </p:blipFill>
        <p:spPr>
          <a:xfrm>
            <a:off x="3866974" y="725100"/>
            <a:ext cx="2405150" cy="1743729"/>
          </a:xfrm>
          <a:prstGeom prst="rect">
            <a:avLst/>
          </a:prstGeom>
          <a:noFill/>
          <a:ln>
            <a:noFill/>
          </a:ln>
        </p:spPr>
      </p:pic>
      <p:sp>
        <p:nvSpPr>
          <p:cNvPr id="226" name="Google Shape;226;p47"/>
          <p:cNvSpPr txBox="1"/>
          <p:nvPr/>
        </p:nvSpPr>
        <p:spPr>
          <a:xfrm>
            <a:off x="4234675" y="2553850"/>
            <a:ext cx="146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Khi ấn Bật đèn</a:t>
            </a:r>
            <a:endParaRPr/>
          </a:p>
        </p:txBody>
      </p:sp>
      <p:sp>
        <p:nvSpPr>
          <p:cNvPr id="227" name="Google Shape;227;p47"/>
          <p:cNvSpPr/>
          <p:nvPr/>
        </p:nvSpPr>
        <p:spPr>
          <a:xfrm>
            <a:off x="629250" y="735950"/>
            <a:ext cx="8455500" cy="2299500"/>
          </a:xfrm>
          <a:prstGeom prst="rect">
            <a:avLst/>
          </a:prstGeom>
          <a:noFill/>
          <a:ln cap="flat" cmpd="sng" w="9525">
            <a:solidFill>
              <a:srgbClr val="0071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7"/>
          <p:cNvSpPr/>
          <p:nvPr/>
        </p:nvSpPr>
        <p:spPr>
          <a:xfrm>
            <a:off x="7453073" y="796912"/>
            <a:ext cx="1552500" cy="850200"/>
          </a:xfrm>
          <a:prstGeom prst="rect">
            <a:avLst/>
          </a:prstGeom>
          <a:noFill/>
          <a:ln cap="flat" cmpd="sng" w="9525">
            <a:solidFill>
              <a:srgbClr val="00AD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Yêu cầu: khi ấn nút có thể bật h</a:t>
            </a:r>
            <a:r>
              <a:rPr lang="en"/>
              <a:t>oặc tắt đèn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8"/>
          <p:cNvSpPr txBox="1"/>
          <p:nvPr>
            <p:ph type="title"/>
          </p:nvPr>
        </p:nvSpPr>
        <p:spPr>
          <a:xfrm>
            <a:off x="551400" y="76200"/>
            <a:ext cx="8408700" cy="794100"/>
          </a:xfrm>
          <a:prstGeom prst="rect">
            <a:avLst/>
          </a:prstGeom>
        </p:spPr>
        <p:txBody>
          <a:bodyPr anchorCtr="0" anchor="t" bIns="34275" lIns="68575" spcFirstLastPara="1" rIns="68575" wrap="square" tIns="34275">
            <a:norm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34.35 jQuery </a:t>
            </a:r>
            <a:r>
              <a:rPr b="1" lang="en" sz="2000">
                <a:solidFill>
                  <a:srgbClr val="37278E"/>
                </a:solidFill>
                <a:latin typeface="Arial"/>
                <a:ea typeface="Arial"/>
                <a:cs typeface="Arial"/>
                <a:sym typeface="Arial"/>
              </a:rPr>
              <a:t>Chaining: gọi nhiều phương thức trong cùng 1 dòng lệnh</a:t>
            </a:r>
            <a:endParaRPr b="1" sz="2000">
              <a:solidFill>
                <a:srgbClr val="37278E"/>
              </a:solidFill>
              <a:latin typeface="Arial"/>
              <a:ea typeface="Arial"/>
              <a:cs typeface="Arial"/>
              <a:sym typeface="Arial"/>
            </a:endParaRPr>
          </a:p>
        </p:txBody>
      </p:sp>
      <p:pic>
        <p:nvPicPr>
          <p:cNvPr id="234" name="Google Shape;234;p48"/>
          <p:cNvPicPr preferRelativeResize="0"/>
          <p:nvPr/>
        </p:nvPicPr>
        <p:blipFill>
          <a:blip r:embed="rId3">
            <a:alphaModFix/>
          </a:blip>
          <a:stretch>
            <a:fillRect/>
          </a:stretch>
        </p:blipFill>
        <p:spPr>
          <a:xfrm>
            <a:off x="4706875" y="1567900"/>
            <a:ext cx="4165875" cy="3359025"/>
          </a:xfrm>
          <a:prstGeom prst="rect">
            <a:avLst/>
          </a:prstGeom>
          <a:noFill/>
          <a:ln cap="flat" cmpd="sng" w="9525">
            <a:solidFill>
              <a:srgbClr val="0071BB"/>
            </a:solidFill>
            <a:prstDash val="solid"/>
            <a:round/>
            <a:headEnd len="sm" w="sm" type="none"/>
            <a:tailEnd len="sm" w="sm" type="none"/>
          </a:ln>
        </p:spPr>
      </p:pic>
      <p:sp>
        <p:nvSpPr>
          <p:cNvPr id="235" name="Google Shape;235;p48"/>
          <p:cNvSpPr/>
          <p:nvPr/>
        </p:nvSpPr>
        <p:spPr>
          <a:xfrm>
            <a:off x="636400" y="1015775"/>
            <a:ext cx="3763200" cy="2753400"/>
          </a:xfrm>
          <a:prstGeom prst="rect">
            <a:avLst/>
          </a:prstGeom>
          <a:noFill/>
          <a:ln cap="flat" cmpd="sng" w="9525">
            <a:solidFill>
              <a:srgbClr val="0071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Không</a:t>
            </a:r>
            <a:r>
              <a:rPr b="1" lang="en"/>
              <a:t> dùng chaining</a:t>
            </a:r>
            <a:r>
              <a:rPr lang="en"/>
              <a:t>, ta vẫn gọi được các phương thức (hàm, function), bằng từng dòng lệnh.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Trong ví dụ này, </a:t>
            </a:r>
            <a:br>
              <a:rPr lang="en"/>
            </a:br>
            <a:r>
              <a:rPr lang="en"/>
              <a:t>Có 1 phần từ có ID là “menu” được gọi lần lượt 03 phương thức. Trong </a:t>
            </a:r>
            <a:r>
              <a:rPr b="1" lang="en"/>
              <a:t>03</a:t>
            </a:r>
            <a:r>
              <a:rPr lang="en"/>
              <a:t> dòng lệnh.</a:t>
            </a:r>
            <a:br>
              <a:rPr lang="en"/>
            </a:br>
            <a:endParaRPr/>
          </a:p>
          <a:p>
            <a:pPr indent="0" lvl="0" marL="0" rtl="0" algn="l">
              <a:spcBef>
                <a:spcPts val="0"/>
              </a:spcBef>
              <a:spcAft>
                <a:spcPts val="0"/>
              </a:spcAft>
              <a:buNone/>
            </a:pPr>
            <a:r>
              <a:rPr lang="en"/>
              <a:t>fadeIn(‘fast’): hiện ra nhanh</a:t>
            </a:r>
            <a:br>
              <a:rPr lang="en"/>
            </a:br>
            <a:r>
              <a:rPr lang="en"/>
              <a:t>addClass(‘.active’): được active.</a:t>
            </a:r>
            <a:endParaRPr/>
          </a:p>
          <a:p>
            <a:pPr indent="0" lvl="0" marL="0" rtl="0" algn="l">
              <a:spcBef>
                <a:spcPts val="0"/>
              </a:spcBef>
              <a:spcAft>
                <a:spcPts val="0"/>
              </a:spcAft>
              <a:buNone/>
            </a:pPr>
            <a:r>
              <a:rPr lang="en"/>
              <a:t>css(‘margin right’, ‘10 px’) thêm CSS để căn phải 10 px</a:t>
            </a:r>
            <a:endParaRPr/>
          </a:p>
          <a:p>
            <a:pPr indent="0" lvl="0" marL="0" rtl="0" algn="l">
              <a:spcBef>
                <a:spcPts val="0"/>
              </a:spcBef>
              <a:spcAft>
                <a:spcPts val="0"/>
              </a:spcAft>
              <a:buNone/>
            </a:pPr>
            <a:r>
              <a:t/>
            </a:r>
            <a:endParaRPr/>
          </a:p>
        </p:txBody>
      </p:sp>
      <p:cxnSp>
        <p:nvCxnSpPr>
          <p:cNvPr id="236" name="Google Shape;236;p48"/>
          <p:cNvCxnSpPr/>
          <p:nvPr/>
        </p:nvCxnSpPr>
        <p:spPr>
          <a:xfrm>
            <a:off x="3012000" y="2766600"/>
            <a:ext cx="1888800" cy="72600"/>
          </a:xfrm>
          <a:prstGeom prst="straightConnector1">
            <a:avLst/>
          </a:prstGeom>
          <a:noFill/>
          <a:ln cap="flat" cmpd="sng" w="9525">
            <a:solidFill>
              <a:srgbClr val="0071BB"/>
            </a:solidFill>
            <a:prstDash val="solid"/>
            <a:round/>
            <a:headEnd len="med" w="med" type="none"/>
            <a:tailEnd len="med" w="med" type="triangle"/>
          </a:ln>
        </p:spPr>
      </p:cxnSp>
      <p:cxnSp>
        <p:nvCxnSpPr>
          <p:cNvPr id="237" name="Google Shape;237;p48"/>
          <p:cNvCxnSpPr/>
          <p:nvPr/>
        </p:nvCxnSpPr>
        <p:spPr>
          <a:xfrm>
            <a:off x="3389775" y="2948225"/>
            <a:ext cx="1518300" cy="79800"/>
          </a:xfrm>
          <a:prstGeom prst="straightConnector1">
            <a:avLst/>
          </a:prstGeom>
          <a:noFill/>
          <a:ln cap="flat" cmpd="sng" w="9525">
            <a:solidFill>
              <a:srgbClr val="0071BB"/>
            </a:solidFill>
            <a:prstDash val="solid"/>
            <a:round/>
            <a:headEnd len="med" w="med" type="none"/>
            <a:tailEnd len="med" w="med" type="triangle"/>
          </a:ln>
        </p:spPr>
      </p:cxnSp>
      <p:cxnSp>
        <p:nvCxnSpPr>
          <p:cNvPr id="238" name="Google Shape;238;p48"/>
          <p:cNvCxnSpPr/>
          <p:nvPr/>
        </p:nvCxnSpPr>
        <p:spPr>
          <a:xfrm>
            <a:off x="4225225" y="3260625"/>
            <a:ext cx="697500" cy="43500"/>
          </a:xfrm>
          <a:prstGeom prst="straightConnector1">
            <a:avLst/>
          </a:prstGeom>
          <a:noFill/>
          <a:ln cap="flat" cmpd="sng" w="9525">
            <a:solidFill>
              <a:srgbClr val="0071BB"/>
            </a:solidFill>
            <a:prstDash val="solid"/>
            <a:round/>
            <a:headEnd len="med" w="med" type="none"/>
            <a:tailEnd len="med" w="med" type="triangle"/>
          </a:ln>
        </p:spPr>
      </p:cxnSp>
      <p:sp>
        <p:nvSpPr>
          <p:cNvPr id="239" name="Google Shape;239;p48"/>
          <p:cNvSpPr/>
          <p:nvPr/>
        </p:nvSpPr>
        <p:spPr>
          <a:xfrm>
            <a:off x="636400" y="3994375"/>
            <a:ext cx="3806700" cy="932700"/>
          </a:xfrm>
          <a:prstGeom prst="rect">
            <a:avLst/>
          </a:prstGeom>
          <a:noFill/>
          <a:ln cap="flat" cmpd="sng" w="9525">
            <a:solidFill>
              <a:srgbClr val="0071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Khi dùng chaining (chuỗi gọi) thì </a:t>
            </a:r>
            <a:r>
              <a:rPr b="1" lang="en"/>
              <a:t>chỉ cần 1 </a:t>
            </a:r>
            <a:r>
              <a:rPr lang="en"/>
              <a:t>dòng lệnh là có thể làm cả 3.</a:t>
            </a:r>
            <a:endParaRPr/>
          </a:p>
        </p:txBody>
      </p:sp>
      <p:cxnSp>
        <p:nvCxnSpPr>
          <p:cNvPr id="240" name="Google Shape;240;p48"/>
          <p:cNvCxnSpPr>
            <a:stCxn id="239" idx="3"/>
          </p:cNvCxnSpPr>
          <p:nvPr/>
        </p:nvCxnSpPr>
        <p:spPr>
          <a:xfrm flipH="1" rot="10800000">
            <a:off x="4443100" y="4299625"/>
            <a:ext cx="435900" cy="161100"/>
          </a:xfrm>
          <a:prstGeom prst="straightConnector1">
            <a:avLst/>
          </a:prstGeom>
          <a:noFill/>
          <a:ln cap="flat" cmpd="sng" w="9525">
            <a:solidFill>
              <a:srgbClr val="0071BB"/>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9"/>
          <p:cNvSpPr txBox="1"/>
          <p:nvPr>
            <p:ph type="title"/>
          </p:nvPr>
        </p:nvSpPr>
        <p:spPr>
          <a:xfrm>
            <a:off x="482475" y="0"/>
            <a:ext cx="83916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SzPts val="990"/>
              <a:buNone/>
            </a:pPr>
            <a:r>
              <a:rPr b="1" lang="en" sz="1820">
                <a:solidFill>
                  <a:srgbClr val="0071BB"/>
                </a:solidFill>
              </a:rPr>
              <a:t>Chainin</a:t>
            </a:r>
            <a:r>
              <a:rPr b="1" lang="en" sz="1820">
                <a:solidFill>
                  <a:srgbClr val="0071BB"/>
                </a:solidFill>
              </a:rPr>
              <a:t>g:</a:t>
            </a:r>
            <a:r>
              <a:rPr b="1" lang="en" sz="1820">
                <a:solidFill>
                  <a:srgbClr val="1155CC"/>
                </a:solidFill>
              </a:rPr>
              <a:t> </a:t>
            </a:r>
            <a:r>
              <a:rPr lang="en" sz="1820"/>
              <a:t>sau</a:t>
            </a:r>
            <a:r>
              <a:rPr b="1" lang="en" sz="1820">
                <a:solidFill>
                  <a:srgbClr val="1155CC"/>
                </a:solidFill>
              </a:rPr>
              <a:t> </a:t>
            </a:r>
            <a:r>
              <a:rPr lang="en" sz="1820"/>
              <a:t>phương thức set có thể gọi tiếp, nếu dùng get thì </a:t>
            </a:r>
            <a:r>
              <a:rPr b="1" lang="en" sz="1820"/>
              <a:t>kết thúc</a:t>
            </a:r>
            <a:r>
              <a:rPr lang="en" sz="1820"/>
              <a:t> ở đó. </a:t>
            </a:r>
            <a:endParaRPr sz="1820"/>
          </a:p>
        </p:txBody>
      </p:sp>
      <p:pic>
        <p:nvPicPr>
          <p:cNvPr id="246" name="Google Shape;246;p49"/>
          <p:cNvPicPr preferRelativeResize="0"/>
          <p:nvPr/>
        </p:nvPicPr>
        <p:blipFill>
          <a:blip r:embed="rId3">
            <a:alphaModFix/>
          </a:blip>
          <a:stretch>
            <a:fillRect/>
          </a:stretch>
        </p:blipFill>
        <p:spPr>
          <a:xfrm>
            <a:off x="1982025" y="1006425"/>
            <a:ext cx="7144951" cy="1873275"/>
          </a:xfrm>
          <a:prstGeom prst="rect">
            <a:avLst/>
          </a:prstGeom>
          <a:noFill/>
          <a:ln>
            <a:noFill/>
          </a:ln>
        </p:spPr>
      </p:pic>
      <p:pic>
        <p:nvPicPr>
          <p:cNvPr id="247" name="Google Shape;247;p49"/>
          <p:cNvPicPr preferRelativeResize="0"/>
          <p:nvPr/>
        </p:nvPicPr>
        <p:blipFill>
          <a:blip r:embed="rId4">
            <a:alphaModFix/>
          </a:blip>
          <a:stretch>
            <a:fillRect/>
          </a:stretch>
        </p:blipFill>
        <p:spPr>
          <a:xfrm>
            <a:off x="3403275" y="3053375"/>
            <a:ext cx="5662900" cy="2039600"/>
          </a:xfrm>
          <a:prstGeom prst="rect">
            <a:avLst/>
          </a:prstGeom>
          <a:noFill/>
          <a:ln>
            <a:noFill/>
          </a:ln>
        </p:spPr>
      </p:pic>
      <p:sp>
        <p:nvSpPr>
          <p:cNvPr id="248" name="Google Shape;248;p49"/>
          <p:cNvSpPr/>
          <p:nvPr/>
        </p:nvSpPr>
        <p:spPr>
          <a:xfrm>
            <a:off x="4912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49" name="Google Shape;249;p49"/>
          <p:cNvSpPr/>
          <p:nvPr/>
        </p:nvSpPr>
        <p:spPr>
          <a:xfrm>
            <a:off x="10246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50" name="Google Shape;250;p49"/>
          <p:cNvSpPr/>
          <p:nvPr/>
        </p:nvSpPr>
        <p:spPr>
          <a:xfrm>
            <a:off x="17104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51" name="Google Shape;251;p49"/>
          <p:cNvSpPr/>
          <p:nvPr/>
        </p:nvSpPr>
        <p:spPr>
          <a:xfrm>
            <a:off x="22438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52" name="Google Shape;252;p49"/>
          <p:cNvSpPr/>
          <p:nvPr/>
        </p:nvSpPr>
        <p:spPr>
          <a:xfrm>
            <a:off x="2777275" y="532750"/>
            <a:ext cx="573900" cy="29070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990"/>
              <a:buFont typeface="Arial"/>
              <a:buNone/>
            </a:pPr>
            <a:r>
              <a:rPr lang="en" sz="1820">
                <a:solidFill>
                  <a:srgbClr val="0071BB"/>
                </a:solidFill>
                <a:latin typeface="Calibri"/>
                <a:ea typeface="Calibri"/>
                <a:cs typeface="Calibri"/>
                <a:sym typeface="Calibri"/>
              </a:rPr>
              <a:t>get</a:t>
            </a:r>
            <a:endParaRPr sz="1820">
              <a:solidFill>
                <a:srgbClr val="0071BB"/>
              </a:solidFill>
              <a:latin typeface="Calibri"/>
              <a:ea typeface="Calibri"/>
              <a:cs typeface="Calibri"/>
              <a:sym typeface="Calibri"/>
            </a:endParaRPr>
          </a:p>
        </p:txBody>
      </p:sp>
      <p:sp>
        <p:nvSpPr>
          <p:cNvPr id="253" name="Google Shape;253;p49"/>
          <p:cNvSpPr/>
          <p:nvPr/>
        </p:nvSpPr>
        <p:spPr>
          <a:xfrm>
            <a:off x="34630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54" name="Google Shape;254;p49"/>
          <p:cNvSpPr/>
          <p:nvPr/>
        </p:nvSpPr>
        <p:spPr>
          <a:xfrm>
            <a:off x="39964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55" name="Google Shape;255;p49"/>
          <p:cNvSpPr/>
          <p:nvPr/>
        </p:nvSpPr>
        <p:spPr>
          <a:xfrm>
            <a:off x="45298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56" name="Google Shape;256;p49"/>
          <p:cNvSpPr/>
          <p:nvPr/>
        </p:nvSpPr>
        <p:spPr>
          <a:xfrm>
            <a:off x="50632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1820">
                <a:solidFill>
                  <a:srgbClr val="0071BB"/>
                </a:solidFill>
                <a:latin typeface="Calibri"/>
                <a:ea typeface="Calibri"/>
                <a:cs typeface="Calibri"/>
                <a:sym typeface="Calibri"/>
              </a:rPr>
              <a:t>get</a:t>
            </a:r>
            <a:endParaRPr>
              <a:solidFill>
                <a:schemeClr val="accent1"/>
              </a:solidFill>
            </a:endParaRPr>
          </a:p>
        </p:txBody>
      </p:sp>
      <p:sp>
        <p:nvSpPr>
          <p:cNvPr id="257" name="Google Shape;257;p49"/>
          <p:cNvSpPr/>
          <p:nvPr/>
        </p:nvSpPr>
        <p:spPr>
          <a:xfrm>
            <a:off x="55966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1820">
                <a:solidFill>
                  <a:srgbClr val="0071BB"/>
                </a:solidFill>
                <a:latin typeface="Calibri"/>
                <a:ea typeface="Calibri"/>
                <a:cs typeface="Calibri"/>
                <a:sym typeface="Calibri"/>
              </a:rPr>
              <a:t>get</a:t>
            </a:r>
            <a:endParaRPr>
              <a:solidFill>
                <a:schemeClr val="accent1"/>
              </a:solidFill>
            </a:endParaRPr>
          </a:p>
        </p:txBody>
      </p:sp>
      <p:sp>
        <p:nvSpPr>
          <p:cNvPr id="258" name="Google Shape;258;p49"/>
          <p:cNvSpPr/>
          <p:nvPr/>
        </p:nvSpPr>
        <p:spPr>
          <a:xfrm>
            <a:off x="63586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59" name="Google Shape;259;p49"/>
          <p:cNvSpPr/>
          <p:nvPr/>
        </p:nvSpPr>
        <p:spPr>
          <a:xfrm>
            <a:off x="68920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60" name="Google Shape;260;p49"/>
          <p:cNvSpPr/>
          <p:nvPr/>
        </p:nvSpPr>
        <p:spPr>
          <a:xfrm>
            <a:off x="74254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261" name="Google Shape;261;p49"/>
          <p:cNvSpPr/>
          <p:nvPr/>
        </p:nvSpPr>
        <p:spPr>
          <a:xfrm>
            <a:off x="79588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1820">
                <a:solidFill>
                  <a:srgbClr val="0071BB"/>
                </a:solidFill>
                <a:latin typeface="Calibri"/>
                <a:ea typeface="Calibri"/>
                <a:cs typeface="Calibri"/>
                <a:sym typeface="Calibri"/>
              </a:rPr>
              <a:t>get</a:t>
            </a:r>
            <a:endParaRPr>
              <a:solidFill>
                <a:schemeClr val="accent1"/>
              </a:solidFill>
            </a:endParaRPr>
          </a:p>
        </p:txBody>
      </p:sp>
      <p:sp>
        <p:nvSpPr>
          <p:cNvPr id="262" name="Google Shape;262;p49"/>
          <p:cNvSpPr/>
          <p:nvPr/>
        </p:nvSpPr>
        <p:spPr>
          <a:xfrm>
            <a:off x="8492275" y="532750"/>
            <a:ext cx="573900" cy="29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cxnSp>
        <p:nvCxnSpPr>
          <p:cNvPr id="263" name="Google Shape;263;p49"/>
          <p:cNvCxnSpPr/>
          <p:nvPr/>
        </p:nvCxnSpPr>
        <p:spPr>
          <a:xfrm flipH="1" rot="10800000">
            <a:off x="3608200" y="409250"/>
            <a:ext cx="2368200" cy="537600"/>
          </a:xfrm>
          <a:prstGeom prst="straightConnector1">
            <a:avLst/>
          </a:prstGeom>
          <a:noFill/>
          <a:ln cap="flat" cmpd="sng" w="9525">
            <a:solidFill>
              <a:srgbClr val="0071BB"/>
            </a:solidFill>
            <a:prstDash val="solid"/>
            <a:round/>
            <a:headEnd len="med" w="med" type="none"/>
            <a:tailEnd len="med" w="med" type="none"/>
          </a:ln>
        </p:spPr>
      </p:cxnSp>
      <p:cxnSp>
        <p:nvCxnSpPr>
          <p:cNvPr id="264" name="Google Shape;264;p49"/>
          <p:cNvCxnSpPr/>
          <p:nvPr/>
        </p:nvCxnSpPr>
        <p:spPr>
          <a:xfrm>
            <a:off x="3651800" y="401975"/>
            <a:ext cx="2295600" cy="552300"/>
          </a:xfrm>
          <a:prstGeom prst="straightConnector1">
            <a:avLst/>
          </a:prstGeom>
          <a:noFill/>
          <a:ln cap="flat" cmpd="sng" w="9525">
            <a:solidFill>
              <a:srgbClr val="0071BB"/>
            </a:solidFill>
            <a:prstDash val="solid"/>
            <a:round/>
            <a:headEnd len="med" w="med" type="none"/>
            <a:tailEnd len="med" w="med" type="none"/>
          </a:ln>
        </p:spPr>
      </p:cxnSp>
      <p:sp>
        <p:nvSpPr>
          <p:cNvPr id="265" name="Google Shape;265;p49"/>
          <p:cNvSpPr/>
          <p:nvPr/>
        </p:nvSpPr>
        <p:spPr>
          <a:xfrm>
            <a:off x="558675" y="1001425"/>
            <a:ext cx="1293600" cy="2101800"/>
          </a:xfrm>
          <a:prstGeom prst="rect">
            <a:avLst/>
          </a:prstGeom>
          <a:noFill/>
          <a:ln cap="flat" cmpd="sng" w="9525">
            <a:solidFill>
              <a:srgbClr val="00AD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Phương thức SET là phương thức điều chỉnh, </a:t>
            </a:r>
            <a:r>
              <a:rPr b="1" lang="en"/>
              <a:t>gán giá trị</a:t>
            </a:r>
            <a:r>
              <a:rPr lang="en"/>
              <a:t> gì đó cho một thuộc tính của phần từ</a:t>
            </a:r>
            <a:endParaRPr/>
          </a:p>
        </p:txBody>
      </p:sp>
      <p:sp>
        <p:nvSpPr>
          <p:cNvPr id="266" name="Google Shape;266;p49"/>
          <p:cNvSpPr/>
          <p:nvPr/>
        </p:nvSpPr>
        <p:spPr>
          <a:xfrm>
            <a:off x="558675" y="3265300"/>
            <a:ext cx="2716200" cy="876000"/>
          </a:xfrm>
          <a:prstGeom prst="rect">
            <a:avLst/>
          </a:prstGeom>
          <a:noFill/>
          <a:ln cap="flat" cmpd="sng" w="9525">
            <a:solidFill>
              <a:srgbClr val="00AD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Phương thức GET là phương thức </a:t>
            </a:r>
            <a:r>
              <a:rPr b="1" lang="en"/>
              <a:t>đọc giá trị</a:t>
            </a:r>
            <a:r>
              <a:rPr lang="en"/>
              <a:t> của một thuộc tính của phần từ</a:t>
            </a:r>
            <a:endParaRPr/>
          </a:p>
        </p:txBody>
      </p:sp>
      <p:sp>
        <p:nvSpPr>
          <p:cNvPr id="267" name="Google Shape;267;p49"/>
          <p:cNvSpPr txBox="1"/>
          <p:nvPr/>
        </p:nvSpPr>
        <p:spPr>
          <a:xfrm>
            <a:off x="560025" y="4274000"/>
            <a:ext cx="2742900" cy="831300"/>
          </a:xfrm>
          <a:prstGeom prst="rect">
            <a:avLst/>
          </a:prstGeom>
          <a:noFill/>
          <a:ln cap="flat" cmpd="sng" w="9525">
            <a:solidFill>
              <a:srgbClr val="00ADE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Chú ý: nếu hành động cuối là Tra cứu phần tử thì vẫn có thể gọi tiếp được</a:t>
            </a:r>
            <a:endParaRPr/>
          </a:p>
        </p:txBody>
      </p:sp>
      <p:cxnSp>
        <p:nvCxnSpPr>
          <p:cNvPr id="268" name="Google Shape;268;p49"/>
          <p:cNvCxnSpPr/>
          <p:nvPr/>
        </p:nvCxnSpPr>
        <p:spPr>
          <a:xfrm>
            <a:off x="6699800" y="401975"/>
            <a:ext cx="2295600" cy="552300"/>
          </a:xfrm>
          <a:prstGeom prst="straightConnector1">
            <a:avLst/>
          </a:prstGeom>
          <a:noFill/>
          <a:ln cap="flat" cmpd="sng" w="9525">
            <a:solidFill>
              <a:srgbClr val="0071BB"/>
            </a:solidFill>
            <a:prstDash val="solid"/>
            <a:round/>
            <a:headEnd len="med" w="med" type="none"/>
            <a:tailEnd len="med" w="med" type="none"/>
          </a:ln>
        </p:spPr>
      </p:cxnSp>
      <p:cxnSp>
        <p:nvCxnSpPr>
          <p:cNvPr id="269" name="Google Shape;269;p49"/>
          <p:cNvCxnSpPr/>
          <p:nvPr/>
        </p:nvCxnSpPr>
        <p:spPr>
          <a:xfrm flipH="1" rot="10800000">
            <a:off x="6427600" y="409250"/>
            <a:ext cx="2368200" cy="537600"/>
          </a:xfrm>
          <a:prstGeom prst="straightConnector1">
            <a:avLst/>
          </a:prstGeom>
          <a:noFill/>
          <a:ln cap="flat" cmpd="sng" w="9525">
            <a:solidFill>
              <a:srgbClr val="0071BB"/>
            </a:solidFill>
            <a:prstDash val="solid"/>
            <a:round/>
            <a:headEnd len="med" w="med" type="none"/>
            <a:tailEnd len="med" w="med" type="none"/>
          </a:ln>
        </p:spPr>
      </p:cxnSp>
      <p:cxnSp>
        <p:nvCxnSpPr>
          <p:cNvPr id="270" name="Google Shape;270;p49"/>
          <p:cNvCxnSpPr/>
          <p:nvPr/>
        </p:nvCxnSpPr>
        <p:spPr>
          <a:xfrm>
            <a:off x="4349945" y="4730702"/>
            <a:ext cx="2753700" cy="0"/>
          </a:xfrm>
          <a:prstGeom prst="straightConnector1">
            <a:avLst/>
          </a:prstGeom>
          <a:noFill/>
          <a:ln cap="flat" cmpd="sng" w="19050">
            <a:solidFill>
              <a:srgbClr val="0071BB"/>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0"/>
          <p:cNvSpPr txBox="1"/>
          <p:nvPr>
            <p:ph type="ctrTitle"/>
          </p:nvPr>
        </p:nvSpPr>
        <p:spPr>
          <a:xfrm>
            <a:off x="572650" y="228600"/>
            <a:ext cx="8497800" cy="572700"/>
          </a:xfrm>
          <a:prstGeom prst="rect">
            <a:avLst/>
          </a:prstGeom>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a:t>
            </a:r>
            <a:r>
              <a:rPr b="1" lang="en" sz="2000">
                <a:solidFill>
                  <a:srgbClr val="37278E"/>
                </a:solidFill>
                <a:latin typeface="Arial"/>
                <a:ea typeface="Arial"/>
                <a:cs typeface="Arial"/>
                <a:sym typeface="Arial"/>
              </a:rPr>
              <a:t>34.35 TDD - jQuery chaining</a:t>
            </a:r>
            <a:endParaRPr b="1" sz="2000">
              <a:solidFill>
                <a:srgbClr val="37278E"/>
              </a:solidFill>
              <a:latin typeface="Arial"/>
              <a:ea typeface="Arial"/>
              <a:cs typeface="Arial"/>
              <a:sym typeface="Arial"/>
            </a:endParaRPr>
          </a:p>
        </p:txBody>
      </p:sp>
      <p:sp>
        <p:nvSpPr>
          <p:cNvPr id="276" name="Google Shape;276;p50"/>
          <p:cNvSpPr txBox="1"/>
          <p:nvPr/>
        </p:nvSpPr>
        <p:spPr>
          <a:xfrm>
            <a:off x="572650" y="1022550"/>
            <a:ext cx="8310600" cy="831300"/>
          </a:xfrm>
          <a:prstGeom prst="rect">
            <a:avLst/>
          </a:prstGeom>
          <a:noFill/>
          <a:ln cap="flat" cmpd="sng" w="9525">
            <a:solidFill>
              <a:srgbClr val="00ADE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Tải file code đính kèm về và thực hiện theo các TODO trong file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Push code đã làm lên gitlab</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1"/>
          <p:cNvSpPr txBox="1"/>
          <p:nvPr>
            <p:ph type="title"/>
          </p:nvPr>
        </p:nvSpPr>
        <p:spPr>
          <a:xfrm>
            <a:off x="533400" y="152400"/>
            <a:ext cx="8096400" cy="496500"/>
          </a:xfrm>
          <a:prstGeom prst="rect">
            <a:avLst/>
          </a:prstGeom>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34.38 jQuery </a:t>
            </a:r>
            <a:r>
              <a:rPr b="1" lang="en" sz="2000">
                <a:solidFill>
                  <a:srgbClr val="37278E"/>
                </a:solidFill>
                <a:latin typeface="Arial"/>
                <a:ea typeface="Arial"/>
                <a:cs typeface="Arial"/>
                <a:sym typeface="Arial"/>
              </a:rPr>
              <a:t>Traversing</a:t>
            </a:r>
            <a:endParaRPr b="1" sz="2000">
              <a:solidFill>
                <a:srgbClr val="37278E"/>
              </a:solidFill>
              <a:latin typeface="Arial"/>
              <a:ea typeface="Arial"/>
              <a:cs typeface="Arial"/>
              <a:sym typeface="Arial"/>
            </a:endParaRPr>
          </a:p>
        </p:txBody>
      </p:sp>
      <p:pic>
        <p:nvPicPr>
          <p:cNvPr id="282" name="Google Shape;282;p51"/>
          <p:cNvPicPr preferRelativeResize="0"/>
          <p:nvPr/>
        </p:nvPicPr>
        <p:blipFill rotWithShape="1">
          <a:blip r:embed="rId3">
            <a:alphaModFix/>
          </a:blip>
          <a:srcRect b="6262" l="0" r="0" t="0"/>
          <a:stretch/>
        </p:blipFill>
        <p:spPr>
          <a:xfrm>
            <a:off x="533400" y="1389500"/>
            <a:ext cx="4472250" cy="3063600"/>
          </a:xfrm>
          <a:prstGeom prst="rect">
            <a:avLst/>
          </a:prstGeom>
          <a:noFill/>
          <a:ln cap="flat" cmpd="sng" w="9525">
            <a:solidFill>
              <a:srgbClr val="00ADEE"/>
            </a:solidFill>
            <a:prstDash val="solid"/>
            <a:round/>
            <a:headEnd len="sm" w="sm" type="none"/>
            <a:tailEnd len="sm" w="sm" type="none"/>
          </a:ln>
        </p:spPr>
      </p:pic>
      <p:pic>
        <p:nvPicPr>
          <p:cNvPr id="283" name="Google Shape;283;p51"/>
          <p:cNvPicPr preferRelativeResize="0"/>
          <p:nvPr/>
        </p:nvPicPr>
        <p:blipFill>
          <a:blip r:embed="rId4">
            <a:alphaModFix/>
          </a:blip>
          <a:stretch>
            <a:fillRect/>
          </a:stretch>
        </p:blipFill>
        <p:spPr>
          <a:xfrm>
            <a:off x="4311075" y="3012200"/>
            <a:ext cx="4789850" cy="2131300"/>
          </a:xfrm>
          <a:prstGeom prst="rect">
            <a:avLst/>
          </a:prstGeom>
          <a:noFill/>
          <a:ln>
            <a:noFill/>
          </a:ln>
        </p:spPr>
      </p:pic>
      <p:sp>
        <p:nvSpPr>
          <p:cNvPr id="284" name="Google Shape;284;p51"/>
          <p:cNvSpPr txBox="1"/>
          <p:nvPr/>
        </p:nvSpPr>
        <p:spPr>
          <a:xfrm>
            <a:off x="533400" y="648900"/>
            <a:ext cx="8351100" cy="615600"/>
          </a:xfrm>
          <a:prstGeom prst="rect">
            <a:avLst/>
          </a:prstGeom>
          <a:noFill/>
          <a:ln cap="flat" cmpd="sng" w="9525">
            <a:solidFill>
              <a:srgbClr val="00ADE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jQuery Traversing</a:t>
            </a:r>
            <a:r>
              <a:rPr lang="en"/>
              <a:t>: các phương thức jQuery dùng để tìm hoặc chọn các phần tử HTML dựa vào mối quan hệ với các phần tử HTML khác (cha con anh em họ hàng …)</a:t>
            </a:r>
            <a:endParaRPr/>
          </a:p>
        </p:txBody>
      </p:sp>
      <p:sp>
        <p:nvSpPr>
          <p:cNvPr id="285" name="Google Shape;285;p51"/>
          <p:cNvSpPr txBox="1"/>
          <p:nvPr/>
        </p:nvSpPr>
        <p:spPr>
          <a:xfrm>
            <a:off x="533400" y="471445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5"/>
              </a:rPr>
              <a:t>jQuery Traversing Methods (w3schools.com)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2"/>
          <p:cNvSpPr txBox="1"/>
          <p:nvPr>
            <p:ph type="ctrTitle"/>
          </p:nvPr>
        </p:nvSpPr>
        <p:spPr>
          <a:xfrm>
            <a:off x="551400" y="76200"/>
            <a:ext cx="8519100" cy="572700"/>
          </a:xfrm>
          <a:prstGeom prst="rect">
            <a:avLst/>
          </a:prstGeom>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34.38 jQuery Traversing hay dùng</a:t>
            </a:r>
            <a:endParaRPr b="1" sz="2000">
              <a:solidFill>
                <a:srgbClr val="37278E"/>
              </a:solidFill>
              <a:latin typeface="Arial"/>
              <a:ea typeface="Arial"/>
              <a:cs typeface="Arial"/>
              <a:sym typeface="Arial"/>
            </a:endParaRPr>
          </a:p>
        </p:txBody>
      </p:sp>
      <p:graphicFrame>
        <p:nvGraphicFramePr>
          <p:cNvPr id="291" name="Google Shape;291;p52"/>
          <p:cNvGraphicFramePr/>
          <p:nvPr/>
        </p:nvGraphicFramePr>
        <p:xfrm>
          <a:off x="551400" y="727250"/>
          <a:ext cx="3000000" cy="3000000"/>
        </p:xfrm>
        <a:graphic>
          <a:graphicData uri="http://schemas.openxmlformats.org/drawingml/2006/table">
            <a:tbl>
              <a:tblPr>
                <a:noFill/>
                <a:tableStyleId>{9B8EF567-7059-4936-83AA-EED77D8B6495}</a:tableStyleId>
              </a:tblPr>
              <a:tblGrid>
                <a:gridCol w="1419525"/>
                <a:gridCol w="4220125"/>
                <a:gridCol w="2791575"/>
              </a:tblGrid>
              <a:tr h="396200">
                <a:tc>
                  <a:txBody>
                    <a:bodyPr/>
                    <a:lstStyle/>
                    <a:p>
                      <a:pPr indent="0" lvl="0" marL="0" rtl="0" algn="l">
                        <a:spcBef>
                          <a:spcPts val="0"/>
                        </a:spcBef>
                        <a:spcAft>
                          <a:spcPts val="0"/>
                        </a:spcAft>
                        <a:buNone/>
                      </a:pPr>
                      <a:r>
                        <a:rPr b="1" lang="en"/>
                        <a:t>Method</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b="1" lang="en"/>
                        <a:t>Ý nghĩa</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b="1" lang="en"/>
                        <a:t>Ví dụ</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t>parent()</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Lấy ra phần tử cha trực tiếp</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$("#span-d").parent()</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463425">
                <a:tc>
                  <a:txBody>
                    <a:bodyPr/>
                    <a:lstStyle/>
                    <a:p>
                      <a:pPr indent="0" lvl="0" marL="0" rtl="0" algn="l">
                        <a:spcBef>
                          <a:spcPts val="0"/>
                        </a:spcBef>
                        <a:spcAft>
                          <a:spcPts val="0"/>
                        </a:spcAft>
                        <a:buClr>
                          <a:schemeClr val="dk1"/>
                        </a:buClr>
                        <a:buSzPts val="1100"/>
                        <a:buFont typeface="Arial"/>
                        <a:buNone/>
                      </a:pPr>
                      <a:r>
                        <a:rPr lang="en">
                          <a:solidFill>
                            <a:schemeClr val="dk1"/>
                          </a:solidFill>
                        </a:rPr>
                        <a:t>parents()</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Lấy ra các phần tử cha (tổ tiên) của 1 phần tử</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$("#span-d").parents()</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children()</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Lấy ra các phần tử con trực tiếp</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$(".intro").children()</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find()</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Tìm các phần tử con theo điều kiện</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$(".intro").find("p:last")</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first()</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Lấy ra phần tử đầu tiên trong tập các phần tử</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$("div").first()</a:t>
                      </a:r>
                      <a:endParaRPr>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last()</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Lấy ra phần tử cuối cùng trong tập các phần tử</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$(".intro").last()</a:t>
                      </a:r>
                      <a:endParaRPr>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filter</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Lọc ra các phần tử thỏa mãn điều kiện trong tập hợp các phần tử</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$(".intro").children().filter("p")</a:t>
                      </a:r>
                      <a:endParaRPr>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eq()</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Lấy ra phần tử trong tập hợp các phần tử theo chỉ số được truyền vào. Chỉ số bắt đầu từ 0</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$("p").eq(2)</a:t>
                      </a:r>
                      <a:endParaRPr>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3"/>
          <p:cNvSpPr txBox="1"/>
          <p:nvPr>
            <p:ph type="ctrTitle"/>
          </p:nvPr>
        </p:nvSpPr>
        <p:spPr>
          <a:xfrm>
            <a:off x="551400" y="228600"/>
            <a:ext cx="8519100" cy="572700"/>
          </a:xfrm>
          <a:prstGeom prst="rect">
            <a:avLst/>
          </a:prstGeom>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a:t>
            </a:r>
            <a:r>
              <a:rPr b="1" lang="en" sz="2000">
                <a:solidFill>
                  <a:srgbClr val="37278E"/>
                </a:solidFill>
                <a:latin typeface="Arial"/>
                <a:ea typeface="Arial"/>
                <a:cs typeface="Arial"/>
                <a:sym typeface="Arial"/>
              </a:rPr>
              <a:t>34.38 TDD - jQuery Traversing </a:t>
            </a:r>
            <a:endParaRPr b="1" sz="2000">
              <a:solidFill>
                <a:srgbClr val="37278E"/>
              </a:solidFill>
              <a:latin typeface="Arial"/>
              <a:ea typeface="Arial"/>
              <a:cs typeface="Arial"/>
              <a:sym typeface="Arial"/>
            </a:endParaRPr>
          </a:p>
        </p:txBody>
      </p:sp>
      <p:sp>
        <p:nvSpPr>
          <p:cNvPr id="297" name="Google Shape;297;p53"/>
          <p:cNvSpPr txBox="1"/>
          <p:nvPr/>
        </p:nvSpPr>
        <p:spPr>
          <a:xfrm>
            <a:off x="551400" y="1251150"/>
            <a:ext cx="8255700" cy="831300"/>
          </a:xfrm>
          <a:prstGeom prst="rect">
            <a:avLst/>
          </a:prstGeom>
          <a:noFill/>
          <a:ln cap="flat" cmpd="sng" w="9525">
            <a:solidFill>
              <a:srgbClr val="00ADE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Tải file code đính kèm về và thực hiện theo các TODO trong file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Push code đã làm lên gitlab</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4"/>
          <p:cNvSpPr txBox="1"/>
          <p:nvPr>
            <p:ph type="title"/>
          </p:nvPr>
        </p:nvSpPr>
        <p:spPr>
          <a:xfrm>
            <a:off x="499700" y="119750"/>
            <a:ext cx="8512200" cy="572700"/>
          </a:xfrm>
          <a:prstGeom prst="rect">
            <a:avLst/>
          </a:prstGeom>
        </p:spPr>
        <p:txBody>
          <a:bodyPr anchorCtr="0" anchor="t" bIns="34275" lIns="68575" spcFirstLastPara="1" rIns="68575" wrap="square" tIns="34275">
            <a:norm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34</a:t>
            </a:r>
            <a:r>
              <a:rPr b="1" lang="en" sz="2000">
                <a:solidFill>
                  <a:srgbClr val="37278E"/>
                </a:solidFill>
                <a:latin typeface="Arial"/>
                <a:ea typeface="Arial"/>
                <a:cs typeface="Arial"/>
                <a:sym typeface="Arial"/>
              </a:rPr>
              <a:t>.40 jQuery basic method (Phương thức jquery căn bản)</a:t>
            </a:r>
            <a:endParaRPr b="1" sz="2000">
              <a:solidFill>
                <a:srgbClr val="37278E"/>
              </a:solidFill>
              <a:latin typeface="Arial"/>
              <a:ea typeface="Arial"/>
              <a:cs typeface="Arial"/>
              <a:sym typeface="Arial"/>
            </a:endParaRPr>
          </a:p>
        </p:txBody>
      </p:sp>
      <p:graphicFrame>
        <p:nvGraphicFramePr>
          <p:cNvPr id="303" name="Google Shape;303;p54"/>
          <p:cNvGraphicFramePr/>
          <p:nvPr/>
        </p:nvGraphicFramePr>
        <p:xfrm>
          <a:off x="640625" y="677775"/>
          <a:ext cx="3000000" cy="3000000"/>
        </p:xfrm>
        <a:graphic>
          <a:graphicData uri="http://schemas.openxmlformats.org/drawingml/2006/table">
            <a:tbl>
              <a:tblPr>
                <a:noFill/>
                <a:tableStyleId>{9B8EF567-7059-4936-83AA-EED77D8B6495}</a:tableStyleId>
              </a:tblPr>
              <a:tblGrid>
                <a:gridCol w="824775"/>
                <a:gridCol w="6258250"/>
                <a:gridCol w="1161075"/>
              </a:tblGrid>
              <a:tr h="630325">
                <a:tc>
                  <a:txBody>
                    <a:bodyPr/>
                    <a:lstStyle/>
                    <a:p>
                      <a:pPr indent="0" lvl="0" marL="0" rtl="0" algn="l">
                        <a:spcBef>
                          <a:spcPts val="0"/>
                        </a:spcBef>
                        <a:spcAft>
                          <a:spcPts val="0"/>
                        </a:spcAft>
                        <a:buClr>
                          <a:schemeClr val="dk1"/>
                        </a:buClr>
                        <a:buSzPts val="1100"/>
                        <a:buFont typeface="Arial"/>
                        <a:buNone/>
                      </a:pPr>
                      <a:r>
                        <a:rPr b="1" lang="en" sz="1200">
                          <a:solidFill>
                            <a:schemeClr val="dk1"/>
                          </a:solidFill>
                        </a:rPr>
                        <a:t>subTask</a:t>
                      </a:r>
                      <a:endParaRPr b="1" sz="12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b="1" lang="en" sz="1200"/>
                        <a:t>Nội dung</a:t>
                      </a:r>
                      <a:endParaRPr b="1" sz="12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b="1" lang="en" sz="1200"/>
                        <a:t>Môi trường</a:t>
                      </a:r>
                      <a:endParaRPr b="1" sz="12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700400">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Khi ấn nút Kiểm tra 01, lấy được value của ô text mã giảm giá và gán giá trị vào thẻ div </a:t>
                      </a:r>
                      <a:r>
                        <a:rPr b="1" lang="en">
                          <a:solidFill>
                            <a:schemeClr val="dk1"/>
                          </a:solidFill>
                        </a:rPr>
                        <a:t>ma-giam-gia-01 </a:t>
                      </a:r>
                      <a:r>
                        <a:rPr lang="en">
                          <a:solidFill>
                            <a:schemeClr val="dk1"/>
                          </a:solidFill>
                        </a:rPr>
                        <a:t>và</a:t>
                      </a:r>
                      <a:r>
                        <a:rPr b="1" lang="en">
                          <a:solidFill>
                            <a:schemeClr val="dk1"/>
                          </a:solidFill>
                        </a:rPr>
                        <a:t> </a:t>
                      </a:r>
                      <a:r>
                        <a:rPr lang="en">
                          <a:solidFill>
                            <a:schemeClr val="dk1"/>
                          </a:solidFill>
                        </a:rPr>
                        <a:t>đổi màu thẻ div thành class </a:t>
                      </a:r>
                      <a:r>
                        <a:rPr b="1" lang="en">
                          <a:solidFill>
                            <a:schemeClr val="dk1"/>
                          </a:solidFill>
                        </a:rPr>
                        <a:t>text-success</a:t>
                      </a:r>
                      <a:endParaRPr b="1" sz="15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solidFill>
                            <a:schemeClr val="dk1"/>
                          </a:solidFill>
                        </a:rPr>
                        <a:t>Web</a:t>
                      </a:r>
                      <a:endParaRPr sz="13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700400">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Khi ấn nút </a:t>
                      </a:r>
                      <a:r>
                        <a:rPr b="1" lang="en">
                          <a:solidFill>
                            <a:schemeClr val="dk1"/>
                          </a:solidFill>
                        </a:rPr>
                        <a:t>Kiểm tra 02</a:t>
                      </a:r>
                      <a:r>
                        <a:rPr lang="en">
                          <a:solidFill>
                            <a:schemeClr val="dk1"/>
                          </a:solidFill>
                        </a:rPr>
                        <a:t>, lấy giá trị thẻ div </a:t>
                      </a:r>
                      <a:r>
                        <a:rPr b="1" lang="en">
                          <a:solidFill>
                            <a:schemeClr val="dk1"/>
                          </a:solidFill>
                        </a:rPr>
                        <a:t>ma-giam-gia-02</a:t>
                      </a:r>
                      <a:r>
                        <a:rPr lang="en">
                          <a:solidFill>
                            <a:schemeClr val="dk1"/>
                          </a:solidFill>
                        </a:rPr>
                        <a:t> và gán vào ô text mã giảm giá, đổi border cho ô text thành </a:t>
                      </a:r>
                      <a:r>
                        <a:rPr lang="en">
                          <a:solidFill>
                            <a:schemeClr val="dk1"/>
                          </a:solidFill>
                        </a:rPr>
                        <a:t>class</a:t>
                      </a:r>
                      <a:r>
                        <a:rPr b="1" lang="en">
                          <a:solidFill>
                            <a:schemeClr val="dk1"/>
                          </a:solidFill>
                        </a:rPr>
                        <a:t> border border-danger</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solidFill>
                            <a:schemeClr val="dk1"/>
                          </a:solidFill>
                        </a:rPr>
                        <a:t>Web</a:t>
                      </a:r>
                      <a:endParaRPr sz="1300">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455250">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Khi ấn nút Màu đỏ, </a:t>
                      </a:r>
                      <a:r>
                        <a:rPr lang="en">
                          <a:solidFill>
                            <a:schemeClr val="dk1"/>
                          </a:solidFill>
                        </a:rPr>
                        <a:t>đổi màu text cho thẻ div thành màu đỏ</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solidFill>
                            <a:schemeClr val="dk1"/>
                          </a:solidFill>
                        </a:rPr>
                        <a:t>Web</a:t>
                      </a:r>
                      <a:endParaRPr sz="13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700400">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Khi ấn nút Màu vàng, đổi màu text cho thẻ div thành màu vàng</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1"/>
                          </a:solidFill>
                        </a:rPr>
                        <a:t>Web</a:t>
                      </a:r>
                      <a:endParaRPr sz="1300">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455250">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Push code đã làm lên gitlab, và nộp lại link git commit bài 34.40</a:t>
                      </a:r>
                      <a:endParaRPr>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1"/>
                          </a:solidFill>
                        </a:rPr>
                        <a:t>gitlab</a:t>
                      </a:r>
                      <a:endParaRPr sz="1300">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bl>
          </a:graphicData>
        </a:graphic>
      </p:graphicFrame>
      <p:sp>
        <p:nvSpPr>
          <p:cNvPr id="304" name="Google Shape;304;p54"/>
          <p:cNvSpPr txBox="1"/>
          <p:nvPr/>
        </p:nvSpPr>
        <p:spPr>
          <a:xfrm>
            <a:off x="1373275" y="4548000"/>
            <a:ext cx="3735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u="sng">
                <a:solidFill>
                  <a:schemeClr val="hlink"/>
                </a:solidFill>
                <a:hlinkClick action="ppaction://hlinksldjump" r:id="rId3"/>
              </a:rPr>
              <a:t>PIE Task 34.40 gợi ý chi tiết</a:t>
            </a:r>
            <a:endParaRPr sz="2000">
              <a:solidFill>
                <a:srgbClr val="0071BB"/>
              </a:solidFill>
            </a:endParaRPr>
          </a:p>
        </p:txBody>
      </p:sp>
      <p:pic>
        <p:nvPicPr>
          <p:cNvPr id="305" name="Google Shape;305;p54"/>
          <p:cNvPicPr preferRelativeResize="0"/>
          <p:nvPr/>
        </p:nvPicPr>
        <p:blipFill>
          <a:blip r:embed="rId4">
            <a:alphaModFix/>
          </a:blip>
          <a:stretch>
            <a:fillRect/>
          </a:stretch>
        </p:blipFill>
        <p:spPr>
          <a:xfrm>
            <a:off x="699000" y="4489250"/>
            <a:ext cx="572700" cy="572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graphicFrame>
        <p:nvGraphicFramePr>
          <p:cNvPr id="310" name="Google Shape;310;p55"/>
          <p:cNvGraphicFramePr/>
          <p:nvPr/>
        </p:nvGraphicFramePr>
        <p:xfrm>
          <a:off x="647775" y="961600"/>
          <a:ext cx="3000000" cy="3000000"/>
        </p:xfrm>
        <a:graphic>
          <a:graphicData uri="http://schemas.openxmlformats.org/drawingml/2006/table">
            <a:tbl>
              <a:tblPr>
                <a:noFill/>
                <a:tableStyleId>{9B8EF567-7059-4936-83AA-EED77D8B6495}</a:tableStyleId>
              </a:tblPr>
              <a:tblGrid>
                <a:gridCol w="924825"/>
                <a:gridCol w="6000775"/>
                <a:gridCol w="1388850"/>
              </a:tblGrid>
              <a:tr h="582600">
                <a:tc>
                  <a:txBody>
                    <a:bodyPr/>
                    <a:lstStyle/>
                    <a:p>
                      <a:pPr indent="0" lvl="0" marL="0" rtl="0" algn="l">
                        <a:spcBef>
                          <a:spcPts val="0"/>
                        </a:spcBef>
                        <a:spcAft>
                          <a:spcPts val="0"/>
                        </a:spcAft>
                        <a:buNone/>
                      </a:pPr>
                      <a:r>
                        <a:rPr b="1" lang="en"/>
                        <a:t>subTask</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b="1" lang="en"/>
                        <a:t>Yêu cầu</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b="1" lang="en"/>
                        <a:t>Môi trường</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786500">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Sử dụng tiếp code ở task </a:t>
                      </a:r>
                      <a:r>
                        <a:rPr b="1" lang="en">
                          <a:solidFill>
                            <a:schemeClr val="dk1"/>
                          </a:solidFill>
                        </a:rPr>
                        <a:t>Task 32.20 Tạo mới đơn hàng - Dành cho Khách hàng (user)</a:t>
                      </a:r>
                      <a:r>
                        <a:rPr lang="en">
                          <a:solidFill>
                            <a:schemeClr val="dk1"/>
                          </a:solidFill>
                        </a:rPr>
                        <a:t> của project Pizza365 v1.0 để làm tiếp</a:t>
                      </a:r>
                      <a:endParaRPr>
                        <a:solidFill>
                          <a:schemeClr val="dk1"/>
                        </a:solidFill>
                      </a:endParaRPr>
                    </a:p>
                    <a:p>
                      <a:pPr indent="0" lvl="0" marL="0" rtl="0" algn="l">
                        <a:spcBef>
                          <a:spcPts val="0"/>
                        </a:spcBef>
                        <a:spcAft>
                          <a:spcPts val="0"/>
                        </a:spcAft>
                        <a:buClr>
                          <a:schemeClr val="dk1"/>
                        </a:buClr>
                        <a:buSzPts val="1100"/>
                        <a:buFont typeface="Arial"/>
                        <a:buNone/>
                      </a:pPr>
                      <a:br>
                        <a:rPr lang="en">
                          <a:solidFill>
                            <a:schemeClr val="dk1"/>
                          </a:solidFill>
                        </a:rPr>
                      </a:br>
                      <a:r>
                        <a:rPr lang="en">
                          <a:solidFill>
                            <a:schemeClr val="dk1"/>
                          </a:solidFill>
                        </a:rPr>
                        <a:t>(</a:t>
                      </a:r>
                      <a:r>
                        <a:rPr i="1" lang="en">
                          <a:solidFill>
                            <a:schemeClr val="dk1"/>
                          </a:solidFill>
                        </a:rPr>
                        <a:t>Nếu bạn chưa hoàn thành task này hãy lấy code của: </a:t>
                      </a:r>
                      <a:r>
                        <a:rPr b="1" i="1" lang="en">
                          <a:solidFill>
                            <a:schemeClr val="dk1"/>
                          </a:solidFill>
                        </a:rPr>
                        <a:t>Project Pizza 365 v0.9 đã đưa lên gitlab để làm tiếp</a:t>
                      </a:r>
                      <a:r>
                        <a:rPr b="1" lang="en">
                          <a:solidFill>
                            <a:schemeClr val="dk1"/>
                          </a:solidFill>
                        </a:rPr>
                        <a:t>)</a:t>
                      </a:r>
                      <a:endParaRPr b="1">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VS Code</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645250">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Sử dụng jQuery để nâng cấp lại toàn bộ project Pizza365 này (sử dụng tối đa jQuery)</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Web</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582600">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Push code đã làm lên gitlab, và nộp lại link git commit bài 34.50</a:t>
                      </a:r>
                      <a:endParaRPr>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gitlab</a:t>
                      </a:r>
                      <a:endParaRPr>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bl>
          </a:graphicData>
        </a:graphic>
      </p:graphicFrame>
      <p:sp>
        <p:nvSpPr>
          <p:cNvPr id="311" name="Google Shape;311;p55"/>
          <p:cNvSpPr txBox="1"/>
          <p:nvPr>
            <p:ph type="ctrTitle"/>
          </p:nvPr>
        </p:nvSpPr>
        <p:spPr>
          <a:xfrm>
            <a:off x="508325" y="119750"/>
            <a:ext cx="8377800" cy="572700"/>
          </a:xfrm>
          <a:prstGeom prst="rect">
            <a:avLst/>
          </a:prstGeom>
        </p:spPr>
        <p:txBody>
          <a:bodyPr anchorCtr="0" anchor="t" bIns="34275" lIns="68575" spcFirstLastPara="1" rIns="68575" wrap="square" tIns="34275">
            <a:norm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34.50 Sử dụng jQuery nâng cấp Project Pizza365 v0.95</a:t>
            </a:r>
            <a:endParaRPr b="1" sz="2000">
              <a:solidFill>
                <a:srgbClr val="37278E"/>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6"/>
          <p:cNvSpPr txBox="1"/>
          <p:nvPr/>
        </p:nvSpPr>
        <p:spPr>
          <a:xfrm>
            <a:off x="645900" y="1376425"/>
            <a:ext cx="4239300" cy="28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Yêu cầu:  Viết mã nguồn cho nút Submit Data</a:t>
            </a:r>
            <a:endParaRPr/>
          </a:p>
          <a:p>
            <a:pPr indent="0" lvl="0" marL="0" rtl="0" algn="l">
              <a:spcBef>
                <a:spcPts val="0"/>
              </a:spcBef>
              <a:spcAft>
                <a:spcPts val="0"/>
              </a:spcAft>
              <a:buNone/>
            </a:pPr>
            <a:br>
              <a:rPr lang="en"/>
            </a:br>
            <a:r>
              <a:rPr b="1" lang="en"/>
              <a:t>Yêu cầu kỹ thuật:</a:t>
            </a:r>
            <a:br>
              <a:rPr lang="en"/>
            </a:br>
            <a:r>
              <a:rPr lang="en"/>
              <a:t>* Phải đúng flow 03 bước: đọc, validate, display; </a:t>
            </a:r>
            <a:endParaRPr/>
          </a:p>
          <a:p>
            <a:pPr indent="0" lvl="0" marL="457200" rtl="0" algn="l">
              <a:spcBef>
                <a:spcPts val="0"/>
              </a:spcBef>
              <a:spcAft>
                <a:spcPts val="0"/>
              </a:spcAft>
              <a:buNone/>
            </a:pPr>
            <a:r>
              <a:rPr lang="en"/>
              <a:t>(Tách thành 3 hàm riêng biệt:</a:t>
            </a:r>
            <a:endParaRPr/>
          </a:p>
          <a:p>
            <a:pPr indent="-317500" lvl="0" marL="457200" rtl="0" algn="l">
              <a:spcBef>
                <a:spcPts val="0"/>
              </a:spcBef>
              <a:spcAft>
                <a:spcPts val="0"/>
              </a:spcAft>
              <a:buSzPts val="1400"/>
              <a:buChar char="+"/>
            </a:pPr>
            <a:r>
              <a:rPr lang="en"/>
              <a:t>Hàm đọc</a:t>
            </a:r>
            <a:endParaRPr/>
          </a:p>
          <a:p>
            <a:pPr indent="-317500" lvl="0" marL="457200" rtl="0" algn="l">
              <a:spcBef>
                <a:spcPts val="0"/>
              </a:spcBef>
              <a:spcAft>
                <a:spcPts val="0"/>
              </a:spcAft>
              <a:buSzPts val="1400"/>
              <a:buChar char="+"/>
            </a:pPr>
            <a:r>
              <a:rPr lang="en"/>
              <a:t>Hàm validate</a:t>
            </a:r>
            <a:endParaRPr/>
          </a:p>
          <a:p>
            <a:pPr indent="0" lvl="0" marL="0" rtl="0" algn="l">
              <a:spcBef>
                <a:spcPts val="0"/>
              </a:spcBef>
              <a:spcAft>
                <a:spcPts val="0"/>
              </a:spcAft>
              <a:buNone/>
            </a:pPr>
            <a:r>
              <a:rPr lang="en"/>
              <a:t>            Yêu cầu phải nhập cả ba trường: firstname, lastname, age </a:t>
            </a:r>
            <a:endParaRPr/>
          </a:p>
          <a:p>
            <a:pPr indent="0" lvl="0" marL="0" rtl="0" algn="l">
              <a:spcBef>
                <a:spcPts val="0"/>
              </a:spcBef>
              <a:spcAft>
                <a:spcPts val="0"/>
              </a:spcAft>
              <a:buNone/>
            </a:pPr>
            <a:r>
              <a:rPr lang="en"/>
              <a:t>            Age phải là số, phải &gt; 0 và &lt; 200</a:t>
            </a:r>
            <a:endParaRPr/>
          </a:p>
          <a:p>
            <a:pPr indent="-317500" lvl="0" marL="457200" rtl="0" algn="l">
              <a:spcBef>
                <a:spcPts val="0"/>
              </a:spcBef>
              <a:spcAft>
                <a:spcPts val="0"/>
              </a:spcAft>
              <a:buSzPts val="1400"/>
              <a:buChar char="+"/>
            </a:pPr>
            <a:r>
              <a:rPr lang="en"/>
              <a:t>Hàm hiển thị(display)</a:t>
            </a:r>
            <a:endParaRPr/>
          </a:p>
          <a:p>
            <a:pPr indent="-317500" lvl="0" marL="457200" rtl="0" algn="l">
              <a:spcBef>
                <a:spcPts val="0"/>
              </a:spcBef>
              <a:spcAft>
                <a:spcPts val="0"/>
              </a:spcAft>
              <a:buSzPts val="1400"/>
              <a:buChar char="+"/>
            </a:pPr>
            <a:r>
              <a:rPr lang="en"/>
              <a:t>Object (đối tượng) dùng trong các bước</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17" name="Google Shape;317;p56"/>
          <p:cNvSpPr txBox="1"/>
          <p:nvPr/>
        </p:nvSpPr>
        <p:spPr>
          <a:xfrm>
            <a:off x="5075825" y="1376425"/>
            <a:ext cx="3055500" cy="400200"/>
          </a:xfrm>
          <a:prstGeom prst="rect">
            <a:avLst/>
          </a:prstGeom>
          <a:solidFill>
            <a:srgbClr val="00ADEE"/>
          </a:solidFill>
          <a:ln cap="flat" cmpd="sng" w="9525">
            <a:solidFill>
              <a:srgbClr val="00ADE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7278E"/>
                </a:solidFill>
              </a:rPr>
              <a:t>Đối tượng: person</a:t>
            </a:r>
            <a:endParaRPr>
              <a:solidFill>
                <a:srgbClr val="37278E"/>
              </a:solidFill>
            </a:endParaRPr>
          </a:p>
        </p:txBody>
      </p:sp>
      <p:sp>
        <p:nvSpPr>
          <p:cNvPr id="318" name="Google Shape;318;p56"/>
          <p:cNvSpPr txBox="1"/>
          <p:nvPr/>
        </p:nvSpPr>
        <p:spPr>
          <a:xfrm>
            <a:off x="5075825" y="1757425"/>
            <a:ext cx="3055500" cy="1046700"/>
          </a:xfrm>
          <a:prstGeom prst="rect">
            <a:avLst/>
          </a:prstGeom>
          <a:solidFill>
            <a:srgbClr val="EEEEEE"/>
          </a:solidFill>
          <a:ln cap="flat" cmpd="sng" w="9525">
            <a:solidFill>
              <a:srgbClr val="00ADE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Thuộc tính (property)</a:t>
            </a:r>
            <a:br>
              <a:rPr lang="en"/>
            </a:br>
            <a:r>
              <a:rPr lang="en"/>
              <a:t>firstname:  string </a:t>
            </a:r>
            <a:endParaRPr/>
          </a:p>
          <a:p>
            <a:pPr indent="0" lvl="0" marL="0" rtl="0" algn="l">
              <a:spcBef>
                <a:spcPts val="0"/>
              </a:spcBef>
              <a:spcAft>
                <a:spcPts val="0"/>
              </a:spcAft>
              <a:buNone/>
            </a:pPr>
            <a:r>
              <a:rPr lang="en">
                <a:solidFill>
                  <a:srgbClr val="000000"/>
                </a:solidFill>
              </a:rPr>
              <a:t>lastname:  string </a:t>
            </a:r>
            <a:endParaRPr>
              <a:solidFill>
                <a:srgbClr val="000000"/>
              </a:solidFill>
            </a:endParaRPr>
          </a:p>
          <a:p>
            <a:pPr indent="0" lvl="0" marL="0" rtl="0" algn="l">
              <a:spcBef>
                <a:spcPts val="0"/>
              </a:spcBef>
              <a:spcAft>
                <a:spcPts val="0"/>
              </a:spcAft>
              <a:buNone/>
            </a:pPr>
            <a:r>
              <a:rPr lang="en">
                <a:solidFill>
                  <a:srgbClr val="000000"/>
                </a:solidFill>
              </a:rPr>
              <a:t>age:  number</a:t>
            </a:r>
            <a:endParaRPr>
              <a:solidFill>
                <a:srgbClr val="000000"/>
              </a:solidFill>
            </a:endParaRPr>
          </a:p>
        </p:txBody>
      </p:sp>
      <p:sp>
        <p:nvSpPr>
          <p:cNvPr id="319" name="Google Shape;319;p56"/>
          <p:cNvSpPr txBox="1"/>
          <p:nvPr/>
        </p:nvSpPr>
        <p:spPr>
          <a:xfrm>
            <a:off x="5075825" y="2779850"/>
            <a:ext cx="3055500" cy="400200"/>
          </a:xfrm>
          <a:prstGeom prst="rect">
            <a:avLst/>
          </a:prstGeom>
          <a:solidFill>
            <a:srgbClr val="EEEEEE"/>
          </a:solidFill>
          <a:ln cap="flat" cmpd="sng" w="9525">
            <a:solidFill>
              <a:srgbClr val="00ADE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Phương thức (method): </a:t>
            </a:r>
            <a:r>
              <a:rPr lang="en"/>
              <a:t>không có</a:t>
            </a:r>
            <a:endParaRPr/>
          </a:p>
        </p:txBody>
      </p:sp>
      <p:sp>
        <p:nvSpPr>
          <p:cNvPr id="320" name="Google Shape;320;p56"/>
          <p:cNvSpPr txBox="1"/>
          <p:nvPr/>
        </p:nvSpPr>
        <p:spPr>
          <a:xfrm>
            <a:off x="551400" y="66950"/>
            <a:ext cx="8171400" cy="634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lang="en" sz="2000">
                <a:solidFill>
                  <a:srgbClr val="37278E"/>
                </a:solidFill>
              </a:rPr>
              <a:t>Task 34.60 Submit Person Data (nhập dữ liệu cá nhân)  1 / 3</a:t>
            </a:r>
            <a:endParaRPr b="1" sz="2000">
              <a:solidFill>
                <a:srgbClr val="37278E"/>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cxnSp>
        <p:nvCxnSpPr>
          <p:cNvPr id="325" name="Google Shape;325;p57"/>
          <p:cNvCxnSpPr>
            <a:stCxn id="326" idx="1"/>
          </p:cNvCxnSpPr>
          <p:nvPr/>
        </p:nvCxnSpPr>
        <p:spPr>
          <a:xfrm rot="10800000">
            <a:off x="6494325" y="1754150"/>
            <a:ext cx="680100" cy="454800"/>
          </a:xfrm>
          <a:prstGeom prst="straightConnector1">
            <a:avLst/>
          </a:prstGeom>
          <a:noFill/>
          <a:ln cap="flat" cmpd="sng" w="9525">
            <a:solidFill>
              <a:schemeClr val="dk2"/>
            </a:solidFill>
            <a:prstDash val="solid"/>
            <a:round/>
            <a:headEnd len="med" w="med" type="none"/>
            <a:tailEnd len="med" w="med" type="triangle"/>
          </a:ln>
        </p:spPr>
      </p:cxnSp>
      <p:sp>
        <p:nvSpPr>
          <p:cNvPr id="327" name="Google Shape;327;p57"/>
          <p:cNvSpPr txBox="1"/>
          <p:nvPr/>
        </p:nvSpPr>
        <p:spPr>
          <a:xfrm>
            <a:off x="852450" y="2332550"/>
            <a:ext cx="545100" cy="4002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28" name="Google Shape;328;p57"/>
          <p:cNvPicPr preferRelativeResize="0"/>
          <p:nvPr/>
        </p:nvPicPr>
        <p:blipFill rotWithShape="1">
          <a:blip r:embed="rId3">
            <a:alphaModFix/>
          </a:blip>
          <a:srcRect b="0" l="3253" r="1636" t="0"/>
          <a:stretch/>
        </p:blipFill>
        <p:spPr>
          <a:xfrm>
            <a:off x="610175" y="853800"/>
            <a:ext cx="8466974" cy="3942400"/>
          </a:xfrm>
          <a:prstGeom prst="rect">
            <a:avLst/>
          </a:prstGeom>
          <a:noFill/>
          <a:ln>
            <a:noFill/>
          </a:ln>
        </p:spPr>
      </p:pic>
      <p:sp>
        <p:nvSpPr>
          <p:cNvPr id="329" name="Google Shape;329;p57"/>
          <p:cNvSpPr txBox="1"/>
          <p:nvPr/>
        </p:nvSpPr>
        <p:spPr>
          <a:xfrm>
            <a:off x="551400" y="66950"/>
            <a:ext cx="8171400" cy="634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lang="en" sz="2000">
                <a:solidFill>
                  <a:srgbClr val="37278E"/>
                </a:solidFill>
              </a:rPr>
              <a:t>Task 34.60 Submit Person Data (nhập dữ liệu cá nhân)  2 / 3</a:t>
            </a:r>
            <a:endParaRPr b="1" sz="2000">
              <a:solidFill>
                <a:srgbClr val="37278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graphicFrame>
        <p:nvGraphicFramePr>
          <p:cNvPr id="334" name="Google Shape;334;p58"/>
          <p:cNvGraphicFramePr/>
          <p:nvPr/>
        </p:nvGraphicFramePr>
        <p:xfrm>
          <a:off x="567025" y="804025"/>
          <a:ext cx="3000000" cy="3000000"/>
        </p:xfrm>
        <a:graphic>
          <a:graphicData uri="http://schemas.openxmlformats.org/drawingml/2006/table">
            <a:tbl>
              <a:tblPr>
                <a:noFill/>
                <a:tableStyleId>{9B8EF567-7059-4936-83AA-EED77D8B6495}</a:tableStyleId>
              </a:tblPr>
              <a:tblGrid>
                <a:gridCol w="959975"/>
                <a:gridCol w="6273650"/>
                <a:gridCol w="1185800"/>
              </a:tblGrid>
              <a:tr h="548600">
                <a:tc>
                  <a:txBody>
                    <a:bodyPr/>
                    <a:lstStyle/>
                    <a:p>
                      <a:pPr indent="0" lvl="0" marL="0" rtl="0" algn="l">
                        <a:spcBef>
                          <a:spcPts val="0"/>
                        </a:spcBef>
                        <a:spcAft>
                          <a:spcPts val="0"/>
                        </a:spcAft>
                        <a:buNone/>
                      </a:pPr>
                      <a:r>
                        <a:rPr b="1" lang="en"/>
                        <a:t>subTask</a:t>
                      </a:r>
                      <a:endParaRPr b="1"/>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None/>
                      </a:pPr>
                      <a:r>
                        <a:rPr b="1" lang="en"/>
                        <a:t>Nội dung</a:t>
                      </a:r>
                      <a:endParaRPr b="1"/>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rPr>
                        <a:t>Môi trường</a:t>
                      </a:r>
                      <a:endParaRPr b="1"/>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r>
              <a:tr h="792450">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None/>
                      </a:pPr>
                      <a:r>
                        <a:rPr lang="en"/>
                        <a:t>Khi ấn nút Submit Data </a:t>
                      </a:r>
                      <a:r>
                        <a:rPr lang="en">
                          <a:solidFill>
                            <a:schemeClr val="dk1"/>
                          </a:solidFill>
                        </a:rPr>
                        <a:t>thực hiện chia 03 bước khi xử lý sự kiện: </a:t>
                      </a:r>
                      <a:r>
                        <a:rPr lang="en"/>
                        <a:t>thu thập </a:t>
                      </a:r>
                      <a:r>
                        <a:rPr lang="en"/>
                        <a:t>được dữ liệu trên form lưu vào object và ghi vào console log</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Console</a:t>
                      </a:r>
                      <a:endParaRPr>
                        <a:solidFill>
                          <a:schemeClr val="dk1"/>
                        </a:solidFill>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r>
              <a:tr h="777200">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None/>
                      </a:pPr>
                      <a:r>
                        <a:rPr lang="en"/>
                        <a:t>Validate dữ liệu: yêu cầu phải nhập thì mới hiển thị dữ liệu vào console, không hợp lệ thì báo vào console: Dữ liệu không hợp lệ</a:t>
                      </a:r>
                      <a:endParaRPr/>
                    </a:p>
                    <a:p>
                      <a:pPr indent="0" lvl="0" marL="0" rtl="0" algn="l">
                        <a:spcBef>
                          <a:spcPts val="0"/>
                        </a:spcBef>
                        <a:spcAft>
                          <a:spcPts val="0"/>
                        </a:spcAft>
                        <a:buClr>
                          <a:schemeClr val="dk1"/>
                        </a:buClr>
                        <a:buSzPts val="1100"/>
                        <a:buFont typeface="Arial"/>
                        <a:buNone/>
                      </a:pPr>
                      <a:r>
                        <a:rPr lang="en">
                          <a:solidFill>
                            <a:schemeClr val="dk1"/>
                          </a:solidFill>
                        </a:rPr>
                        <a:t>Validate tuổi: tuổi phải là số, phải &gt; 0 và &lt; 200</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C</a:t>
                      </a:r>
                      <a:r>
                        <a:rPr lang="en">
                          <a:solidFill>
                            <a:schemeClr val="dk1"/>
                          </a:solidFill>
                        </a:rPr>
                        <a:t>onsole</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None/>
                      </a:pPr>
                      <a:r>
                        <a:rPr lang="en"/>
                        <a:t>Nối thêm (append) </a:t>
                      </a:r>
                      <a:r>
                        <a:rPr lang="en"/>
                        <a:t>dữ liệu hợp lệ vào vùng log (vùng 2)</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Web</a:t>
                      </a:r>
                      <a:endParaRPr>
                        <a:solidFill>
                          <a:schemeClr val="dk1"/>
                        </a:solidFill>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None/>
                      </a:pPr>
                      <a:r>
                        <a:rPr lang="en"/>
                        <a:t>Khi ấn nút clear HTML Log, vùng dữ liệu log bị xóa trắng, chỉ còn ký tự &gt;</a:t>
                      </a:r>
                      <a:endParaRPr b="1"/>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Web</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Push code đã làm lên gitlab, và nộp lại link git commit bài 34.60</a:t>
                      </a:r>
                      <a:endParaRPr>
                        <a:solidFill>
                          <a:schemeClr val="dk1"/>
                        </a:solidFill>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gitlab</a:t>
                      </a:r>
                      <a:endParaRPr>
                        <a:solidFill>
                          <a:schemeClr val="dk1"/>
                        </a:solidFill>
                      </a:endParaRPr>
                    </a:p>
                  </a:txBody>
                  <a:tcPr marT="91425" marB="91425" marR="91425" marL="91425">
                    <a:lnL cap="flat" cmpd="sng" w="9525">
                      <a:solidFill>
                        <a:srgbClr val="4A86E8"/>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4A86E8"/>
                      </a:solidFill>
                      <a:prstDash val="solid"/>
                      <a:round/>
                      <a:headEnd len="sm" w="sm" type="none"/>
                      <a:tailEnd len="sm" w="sm" type="none"/>
                    </a:lnT>
                    <a:lnB cap="flat" cmpd="sng" w="9525">
                      <a:solidFill>
                        <a:srgbClr val="4A86E8"/>
                      </a:solidFill>
                      <a:prstDash val="solid"/>
                      <a:round/>
                      <a:headEnd len="sm" w="sm" type="none"/>
                      <a:tailEnd len="sm" w="sm" type="none"/>
                    </a:lnB>
                  </a:tcPr>
                </a:tc>
              </a:tr>
            </a:tbl>
          </a:graphicData>
        </a:graphic>
      </p:graphicFrame>
      <p:sp>
        <p:nvSpPr>
          <p:cNvPr id="335" name="Google Shape;335;p58"/>
          <p:cNvSpPr txBox="1"/>
          <p:nvPr/>
        </p:nvSpPr>
        <p:spPr>
          <a:xfrm>
            <a:off x="551400" y="66950"/>
            <a:ext cx="8171400" cy="634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lang="en" sz="2000">
                <a:solidFill>
                  <a:srgbClr val="37278E"/>
                </a:solidFill>
              </a:rPr>
              <a:t>Task 34.60 Submit Person Data (nhập dữ liệu cá nhân)  3 / 3</a:t>
            </a:r>
            <a:endParaRPr b="1" sz="2000">
              <a:solidFill>
                <a:srgbClr val="37278E"/>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9"/>
          <p:cNvSpPr txBox="1"/>
          <p:nvPr/>
        </p:nvSpPr>
        <p:spPr>
          <a:xfrm>
            <a:off x="516925" y="67250"/>
            <a:ext cx="4972200" cy="572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lang="en" sz="2000">
                <a:solidFill>
                  <a:srgbClr val="37278E"/>
                </a:solidFill>
              </a:rPr>
              <a:t>Task 34.70 Traversing trong bảng</a:t>
            </a:r>
            <a:endParaRPr b="1" sz="2000">
              <a:solidFill>
                <a:srgbClr val="37278E"/>
              </a:solidFill>
            </a:endParaRPr>
          </a:p>
        </p:txBody>
      </p:sp>
      <p:pic>
        <p:nvPicPr>
          <p:cNvPr id="341" name="Google Shape;341;p59"/>
          <p:cNvPicPr preferRelativeResize="0"/>
          <p:nvPr/>
        </p:nvPicPr>
        <p:blipFill>
          <a:blip r:embed="rId3">
            <a:alphaModFix/>
          </a:blip>
          <a:stretch>
            <a:fillRect/>
          </a:stretch>
        </p:blipFill>
        <p:spPr>
          <a:xfrm>
            <a:off x="572725" y="696846"/>
            <a:ext cx="8520602" cy="2812905"/>
          </a:xfrm>
          <a:prstGeom prst="rect">
            <a:avLst/>
          </a:prstGeom>
          <a:noFill/>
          <a:ln cap="flat" cmpd="sng" w="9525">
            <a:solidFill>
              <a:srgbClr val="00ADEE"/>
            </a:solidFill>
            <a:prstDash val="solid"/>
            <a:round/>
            <a:headEnd len="sm" w="sm" type="none"/>
            <a:tailEnd len="sm" w="sm" type="none"/>
          </a:ln>
        </p:spPr>
      </p:pic>
      <p:pic>
        <p:nvPicPr>
          <p:cNvPr id="342" name="Google Shape;342;p59"/>
          <p:cNvPicPr preferRelativeResize="0"/>
          <p:nvPr/>
        </p:nvPicPr>
        <p:blipFill>
          <a:blip r:embed="rId4">
            <a:alphaModFix/>
          </a:blip>
          <a:stretch>
            <a:fillRect/>
          </a:stretch>
        </p:blipFill>
        <p:spPr>
          <a:xfrm>
            <a:off x="564713" y="3488900"/>
            <a:ext cx="4972050" cy="1619250"/>
          </a:xfrm>
          <a:prstGeom prst="rect">
            <a:avLst/>
          </a:prstGeom>
          <a:noFill/>
          <a:ln cap="flat" cmpd="sng" w="9525">
            <a:solidFill>
              <a:srgbClr val="4A86E8"/>
            </a:solidFill>
            <a:prstDash val="solid"/>
            <a:round/>
            <a:headEnd len="sm" w="sm" type="none"/>
            <a:tailEnd len="sm" w="sm" type="none"/>
          </a:ln>
        </p:spPr>
      </p:pic>
      <p:graphicFrame>
        <p:nvGraphicFramePr>
          <p:cNvPr id="343" name="Google Shape;343;p59"/>
          <p:cNvGraphicFramePr/>
          <p:nvPr/>
        </p:nvGraphicFramePr>
        <p:xfrm>
          <a:off x="5100562" y="1176544"/>
          <a:ext cx="3000000" cy="3000000"/>
        </p:xfrm>
        <a:graphic>
          <a:graphicData uri="http://schemas.openxmlformats.org/drawingml/2006/table">
            <a:tbl>
              <a:tblPr>
                <a:noFill/>
                <a:tableStyleId>{9B8EF567-7059-4936-83AA-EED77D8B6495}</a:tableStyleId>
              </a:tblPr>
              <a:tblGrid>
                <a:gridCol w="583050"/>
                <a:gridCol w="2455075"/>
                <a:gridCol w="980425"/>
              </a:tblGrid>
              <a:tr h="422375">
                <a:tc>
                  <a:txBody>
                    <a:bodyPr/>
                    <a:lstStyle/>
                    <a:p>
                      <a:pPr indent="0" lvl="0" marL="0" rtl="0" algn="l">
                        <a:spcBef>
                          <a:spcPts val="0"/>
                        </a:spcBef>
                        <a:spcAft>
                          <a:spcPts val="0"/>
                        </a:spcAft>
                        <a:buNone/>
                      </a:pPr>
                      <a:r>
                        <a:rPr b="1" lang="en"/>
                        <a:t>TDD</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rPr b="1" lang="en"/>
                        <a:t>Yêu cầu</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rPr b="1" lang="en"/>
                        <a:t>MT</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rgbClr val="F3F3F3"/>
                    </a:solidFill>
                  </a:tcPr>
                </a:tc>
              </a:tr>
              <a:tr h="649850">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t>Thử trên </a:t>
                      </a:r>
                      <a:r>
                        <a:rPr b="1" lang="en"/>
                        <a:t>console</a:t>
                      </a:r>
                      <a:r>
                        <a:rPr lang="en"/>
                        <a:t>, 05 gợi ý jquery traversing </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t>web</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r>
              <a:tr h="877300">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t>Bỏ lần lượt comment dưới hàm onPageLoading để thử hàm findCell</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t>web</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r>
              <a:tr h="1104750">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t>Viết code gọi hàm findCell(), tìm ở cột Lastname và ghi ra console tuổi (Age) ở cùng dòng  khi tìm thấy</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t>Console</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r>
              <a:tr h="877300">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Push code đã làm lên gitlab, và nộp lại link git commit bài 34.70</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t>gitlab</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solidFill>
                      <a:schemeClr val="lt1"/>
                    </a:solidFill>
                  </a:tcPr>
                </a:tc>
              </a:tr>
            </a:tbl>
          </a:graphicData>
        </a:graphic>
      </p:graphicFrame>
      <p:sp>
        <p:nvSpPr>
          <p:cNvPr id="344" name="Google Shape;344;p59"/>
          <p:cNvSpPr/>
          <p:nvPr/>
        </p:nvSpPr>
        <p:spPr>
          <a:xfrm>
            <a:off x="3476075" y="1696575"/>
            <a:ext cx="1603508" cy="1748130"/>
          </a:xfrm>
          <a:custGeom>
            <a:rect b="b" l="l" r="r" t="t"/>
            <a:pathLst>
              <a:path extrusionOk="0" h="13076" w="38939">
                <a:moveTo>
                  <a:pt x="38939" y="0"/>
                </a:moveTo>
                <a:cubicBezTo>
                  <a:pt x="36130" y="823"/>
                  <a:pt x="28575" y="2761"/>
                  <a:pt x="22085" y="4940"/>
                </a:cubicBezTo>
                <a:cubicBezTo>
                  <a:pt x="15595" y="7119"/>
                  <a:pt x="3681" y="11720"/>
                  <a:pt x="0" y="13076"/>
                </a:cubicBezTo>
              </a:path>
            </a:pathLst>
          </a:custGeom>
          <a:noFill/>
          <a:ln cap="flat" cmpd="sng" w="19050">
            <a:solidFill>
              <a:srgbClr val="00ADEE"/>
            </a:solidFill>
            <a:prstDash val="solid"/>
            <a:round/>
            <a:headEnd len="med" w="med" type="none"/>
            <a:tailEnd len="med" w="med" type="stealth"/>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0"/>
          <p:cNvSpPr txBox="1"/>
          <p:nvPr>
            <p:ph idx="12" type="sldNum"/>
          </p:nvPr>
        </p:nvSpPr>
        <p:spPr>
          <a:xfrm>
            <a:off x="3276600" y="31781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50" name="Google Shape;350;p60"/>
          <p:cNvSpPr txBox="1"/>
          <p:nvPr>
            <p:ph idx="4294967295" type="ctrTitle"/>
          </p:nvPr>
        </p:nvSpPr>
        <p:spPr>
          <a:xfrm>
            <a:off x="2611100" y="1605900"/>
            <a:ext cx="5264100" cy="1182600"/>
          </a:xfrm>
          <a:prstGeom prst="rect">
            <a:avLst/>
          </a:prstGeom>
        </p:spPr>
        <p:txBody>
          <a:bodyPr anchorCtr="0" anchor="t" bIns="22850" lIns="45725" spcFirstLastPara="1" rIns="45725" wrap="square" tIns="22850">
            <a:noAutofit/>
          </a:bodyPr>
          <a:lstStyle/>
          <a:p>
            <a:pPr indent="0" lvl="0" marL="0" marR="0" rtl="0" algn="l">
              <a:lnSpc>
                <a:spcPct val="100000"/>
              </a:lnSpc>
              <a:spcBef>
                <a:spcPts val="0"/>
              </a:spcBef>
              <a:spcAft>
                <a:spcPts val="0"/>
              </a:spcAft>
              <a:buNone/>
            </a:pPr>
            <a:r>
              <a:rPr b="1" lang="en" sz="3600">
                <a:solidFill>
                  <a:srgbClr val="37278E"/>
                </a:solidFill>
                <a:latin typeface="Arial"/>
                <a:ea typeface="Arial"/>
                <a:cs typeface="Arial"/>
                <a:sym typeface="Arial"/>
              </a:rPr>
              <a:t>PIE Task 34.40</a:t>
            </a:r>
            <a:endParaRPr b="1" sz="3600">
              <a:solidFill>
                <a:srgbClr val="37278E"/>
              </a:solidFill>
              <a:latin typeface="Arial"/>
              <a:ea typeface="Arial"/>
              <a:cs typeface="Arial"/>
              <a:sym typeface="Arial"/>
            </a:endParaRPr>
          </a:p>
        </p:txBody>
      </p:sp>
      <p:pic>
        <p:nvPicPr>
          <p:cNvPr id="351" name="Google Shape;351;p60"/>
          <p:cNvPicPr preferRelativeResize="0"/>
          <p:nvPr/>
        </p:nvPicPr>
        <p:blipFill>
          <a:blip r:embed="rId3">
            <a:alphaModFix/>
          </a:blip>
          <a:stretch>
            <a:fillRect/>
          </a:stretch>
        </p:blipFill>
        <p:spPr>
          <a:xfrm>
            <a:off x="600200" y="423600"/>
            <a:ext cx="731200" cy="731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61"/>
          <p:cNvSpPr txBox="1"/>
          <p:nvPr>
            <p:ph type="title"/>
          </p:nvPr>
        </p:nvSpPr>
        <p:spPr>
          <a:xfrm>
            <a:off x="499700" y="119750"/>
            <a:ext cx="8512200" cy="572700"/>
          </a:xfrm>
          <a:prstGeom prst="rect">
            <a:avLst/>
          </a:prstGeom>
        </p:spPr>
        <p:txBody>
          <a:bodyPr anchorCtr="0" anchor="t" bIns="34275" lIns="68575" spcFirstLastPara="1" rIns="68575" wrap="square" tIns="34275">
            <a:normAutofit/>
          </a:bodyPr>
          <a:lstStyle/>
          <a:p>
            <a:pPr indent="0" lvl="0" marL="0" marR="0" rtl="0" algn="l">
              <a:lnSpc>
                <a:spcPct val="100000"/>
              </a:lnSpc>
              <a:spcBef>
                <a:spcPts val="0"/>
              </a:spcBef>
              <a:spcAft>
                <a:spcPts val="0"/>
              </a:spcAft>
              <a:buNone/>
            </a:pPr>
            <a:r>
              <a:rPr b="1" lang="en" sz="2000">
                <a:solidFill>
                  <a:srgbClr val="37278E"/>
                </a:solidFill>
                <a:latin typeface="Arial"/>
                <a:ea typeface="Arial"/>
                <a:cs typeface="Arial"/>
                <a:sym typeface="Arial"/>
              </a:rPr>
              <a:t>Task 34.40 jQuery basic method (Phương thức jquery căn bản)</a:t>
            </a:r>
            <a:endParaRPr b="1" sz="2000">
              <a:solidFill>
                <a:srgbClr val="37278E"/>
              </a:solidFill>
              <a:latin typeface="Arial"/>
              <a:ea typeface="Arial"/>
              <a:cs typeface="Arial"/>
              <a:sym typeface="Arial"/>
            </a:endParaRPr>
          </a:p>
        </p:txBody>
      </p:sp>
      <p:graphicFrame>
        <p:nvGraphicFramePr>
          <p:cNvPr id="357" name="Google Shape;357;p61"/>
          <p:cNvGraphicFramePr/>
          <p:nvPr/>
        </p:nvGraphicFramePr>
        <p:xfrm>
          <a:off x="640625" y="677775"/>
          <a:ext cx="3000000" cy="3000000"/>
        </p:xfrm>
        <a:graphic>
          <a:graphicData uri="http://schemas.openxmlformats.org/drawingml/2006/table">
            <a:tbl>
              <a:tblPr>
                <a:noFill/>
                <a:tableStyleId>{9B8EF567-7059-4936-83AA-EED77D8B6495}</a:tableStyleId>
              </a:tblPr>
              <a:tblGrid>
                <a:gridCol w="824775"/>
                <a:gridCol w="6258250"/>
                <a:gridCol w="1161075"/>
              </a:tblGrid>
              <a:tr h="630325">
                <a:tc>
                  <a:txBody>
                    <a:bodyPr/>
                    <a:lstStyle/>
                    <a:p>
                      <a:pPr indent="0" lvl="0" marL="0" rtl="0" algn="l">
                        <a:spcBef>
                          <a:spcPts val="0"/>
                        </a:spcBef>
                        <a:spcAft>
                          <a:spcPts val="0"/>
                        </a:spcAft>
                        <a:buClr>
                          <a:schemeClr val="dk1"/>
                        </a:buClr>
                        <a:buSzPts val="1100"/>
                        <a:buFont typeface="Arial"/>
                        <a:buNone/>
                      </a:pPr>
                      <a:r>
                        <a:rPr b="1" lang="en" sz="1200">
                          <a:solidFill>
                            <a:schemeClr val="dk1"/>
                          </a:solidFill>
                        </a:rPr>
                        <a:t>subTask</a:t>
                      </a:r>
                      <a:endParaRPr b="1" sz="12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b="1" lang="en" sz="1200"/>
                        <a:t>Nội dung</a:t>
                      </a:r>
                      <a:endParaRPr b="1" sz="12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b="1" lang="en" sz="1200"/>
                        <a:t>Môi trường</a:t>
                      </a:r>
                      <a:endParaRPr b="1" sz="12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700400">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Khi ấn nút Kiểm tra 01, lấy được value của ô text mã giảm giá và gán giá trị vào thẻ div </a:t>
                      </a:r>
                      <a:r>
                        <a:rPr b="1" lang="en">
                          <a:solidFill>
                            <a:schemeClr val="dk1"/>
                          </a:solidFill>
                        </a:rPr>
                        <a:t>ma-giam-gia-01 </a:t>
                      </a:r>
                      <a:r>
                        <a:rPr lang="en">
                          <a:solidFill>
                            <a:schemeClr val="dk1"/>
                          </a:solidFill>
                        </a:rPr>
                        <a:t>và</a:t>
                      </a:r>
                      <a:r>
                        <a:rPr b="1" lang="en">
                          <a:solidFill>
                            <a:schemeClr val="dk1"/>
                          </a:solidFill>
                        </a:rPr>
                        <a:t> </a:t>
                      </a:r>
                      <a:r>
                        <a:rPr lang="en">
                          <a:solidFill>
                            <a:schemeClr val="dk1"/>
                          </a:solidFill>
                        </a:rPr>
                        <a:t>đổi màu thẻ div thành class </a:t>
                      </a:r>
                      <a:r>
                        <a:rPr b="1" lang="en">
                          <a:solidFill>
                            <a:schemeClr val="dk1"/>
                          </a:solidFill>
                        </a:rPr>
                        <a:t>text-success</a:t>
                      </a:r>
                      <a:endParaRPr b="1" sz="15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solidFill>
                            <a:schemeClr val="dk1"/>
                          </a:solidFill>
                        </a:rPr>
                        <a:t>Web</a:t>
                      </a:r>
                      <a:endParaRPr sz="13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700400">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Khi ấn nút </a:t>
                      </a:r>
                      <a:r>
                        <a:rPr b="1" lang="en">
                          <a:solidFill>
                            <a:schemeClr val="dk1"/>
                          </a:solidFill>
                        </a:rPr>
                        <a:t>Kiểm tra 02</a:t>
                      </a:r>
                      <a:r>
                        <a:rPr lang="en">
                          <a:solidFill>
                            <a:schemeClr val="dk1"/>
                          </a:solidFill>
                        </a:rPr>
                        <a:t>, lấy giá trị thẻ div </a:t>
                      </a:r>
                      <a:r>
                        <a:rPr b="1" lang="en">
                          <a:solidFill>
                            <a:schemeClr val="dk1"/>
                          </a:solidFill>
                        </a:rPr>
                        <a:t>ma-giam-gia-02</a:t>
                      </a:r>
                      <a:r>
                        <a:rPr lang="en">
                          <a:solidFill>
                            <a:schemeClr val="dk1"/>
                          </a:solidFill>
                        </a:rPr>
                        <a:t> và gán vào ô text mã giảm giá, đổi border cho ô text thành class</a:t>
                      </a:r>
                      <a:r>
                        <a:rPr b="1" lang="en">
                          <a:solidFill>
                            <a:schemeClr val="dk1"/>
                          </a:solidFill>
                        </a:rPr>
                        <a:t> border border-danger</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solidFill>
                            <a:schemeClr val="dk1"/>
                          </a:solidFill>
                        </a:rPr>
                        <a:t>Web</a:t>
                      </a:r>
                      <a:endParaRPr sz="1300">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455250">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Khi ấn nút Màu đỏ, </a:t>
                      </a:r>
                      <a:r>
                        <a:rPr lang="en">
                          <a:solidFill>
                            <a:schemeClr val="dk1"/>
                          </a:solidFill>
                        </a:rPr>
                        <a:t>đổi màu text cho thẻ div thành màu đỏ</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solidFill>
                            <a:schemeClr val="dk1"/>
                          </a:solidFill>
                        </a:rPr>
                        <a:t>Web</a:t>
                      </a:r>
                      <a:endParaRPr sz="13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700400">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Khi ấn nút Màu vàng, đổi màu text cho thẻ div thành màu vàng</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1"/>
                          </a:solidFill>
                        </a:rPr>
                        <a:t>Web</a:t>
                      </a:r>
                      <a:endParaRPr sz="1300">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r h="455250">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Push code đã làm lên gitlab, và nộp lại link git commit bài 34.40</a:t>
                      </a:r>
                      <a:endParaRPr>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1"/>
                          </a:solidFill>
                        </a:rPr>
                        <a:t>gitlab</a:t>
                      </a:r>
                      <a:endParaRPr sz="1300">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62"/>
          <p:cNvPicPr preferRelativeResize="0"/>
          <p:nvPr/>
        </p:nvPicPr>
        <p:blipFill>
          <a:blip r:embed="rId3">
            <a:alphaModFix/>
          </a:blip>
          <a:stretch>
            <a:fillRect/>
          </a:stretch>
        </p:blipFill>
        <p:spPr>
          <a:xfrm>
            <a:off x="706182" y="832800"/>
            <a:ext cx="7289945" cy="258138"/>
          </a:xfrm>
          <a:prstGeom prst="rect">
            <a:avLst/>
          </a:prstGeom>
          <a:noFill/>
          <a:ln>
            <a:noFill/>
          </a:ln>
        </p:spPr>
      </p:pic>
      <p:cxnSp>
        <p:nvCxnSpPr>
          <p:cNvPr id="363" name="Google Shape;363;p62"/>
          <p:cNvCxnSpPr/>
          <p:nvPr/>
        </p:nvCxnSpPr>
        <p:spPr>
          <a:xfrm flipH="1" rot="10800000">
            <a:off x="3659425" y="1036575"/>
            <a:ext cx="1440900" cy="11100"/>
          </a:xfrm>
          <a:prstGeom prst="straightConnector1">
            <a:avLst/>
          </a:prstGeom>
          <a:noFill/>
          <a:ln cap="flat" cmpd="sng" w="28575">
            <a:solidFill>
              <a:srgbClr val="00ADEE"/>
            </a:solidFill>
            <a:prstDash val="solid"/>
            <a:round/>
            <a:headEnd len="med" w="med" type="none"/>
            <a:tailEnd len="med" w="med" type="none"/>
          </a:ln>
        </p:spPr>
      </p:cxnSp>
      <p:pic>
        <p:nvPicPr>
          <p:cNvPr id="364" name="Google Shape;364;p62"/>
          <p:cNvPicPr preferRelativeResize="0"/>
          <p:nvPr/>
        </p:nvPicPr>
        <p:blipFill>
          <a:blip r:embed="rId4">
            <a:alphaModFix/>
          </a:blip>
          <a:stretch>
            <a:fillRect/>
          </a:stretch>
        </p:blipFill>
        <p:spPr>
          <a:xfrm>
            <a:off x="646725" y="1244877"/>
            <a:ext cx="8151908" cy="3846922"/>
          </a:xfrm>
          <a:prstGeom prst="rect">
            <a:avLst/>
          </a:prstGeom>
          <a:noFill/>
          <a:ln>
            <a:noFill/>
          </a:ln>
        </p:spPr>
      </p:pic>
      <p:sp>
        <p:nvSpPr>
          <p:cNvPr id="365" name="Google Shape;365;p62"/>
          <p:cNvSpPr/>
          <p:nvPr/>
        </p:nvSpPr>
        <p:spPr>
          <a:xfrm>
            <a:off x="6619300" y="934175"/>
            <a:ext cx="2417700" cy="3780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0071BB"/>
                </a:solidFill>
              </a:rPr>
              <a:t>Thêm id cho nút Kiểm tra 01</a:t>
            </a:r>
            <a:endParaRPr>
              <a:solidFill>
                <a:srgbClr val="0071BB"/>
              </a:solidFill>
            </a:endParaRPr>
          </a:p>
        </p:txBody>
      </p:sp>
      <p:sp>
        <p:nvSpPr>
          <p:cNvPr id="366" name="Google Shape;366;p62"/>
          <p:cNvSpPr/>
          <p:nvPr/>
        </p:nvSpPr>
        <p:spPr>
          <a:xfrm>
            <a:off x="1230444" y="2443355"/>
            <a:ext cx="182082" cy="469568"/>
          </a:xfrm>
          <a:custGeom>
            <a:rect b="b" l="l" r="r" t="t"/>
            <a:pathLst>
              <a:path extrusionOk="0" h="17069" w="7708">
                <a:moveTo>
                  <a:pt x="7708" y="17069"/>
                </a:moveTo>
                <a:cubicBezTo>
                  <a:pt x="5653" y="15014"/>
                  <a:pt x="2139" y="14410"/>
                  <a:pt x="698" y="11887"/>
                </a:cubicBezTo>
                <a:cubicBezTo>
                  <a:pt x="-1408" y="8201"/>
                  <a:pt x="1739" y="2357"/>
                  <a:pt x="5270" y="0"/>
                </a:cubicBezTo>
              </a:path>
            </a:pathLst>
          </a:custGeom>
          <a:noFill/>
          <a:ln cap="flat" cmpd="sng" w="9525">
            <a:solidFill>
              <a:srgbClr val="00ADEE"/>
            </a:solidFill>
            <a:prstDash val="solid"/>
            <a:round/>
            <a:headEnd len="med" w="med" type="none"/>
            <a:tailEnd len="med" w="med" type="stealth"/>
          </a:ln>
        </p:spPr>
      </p:sp>
      <p:sp>
        <p:nvSpPr>
          <p:cNvPr id="367" name="Google Shape;367;p62"/>
          <p:cNvSpPr/>
          <p:nvPr/>
        </p:nvSpPr>
        <p:spPr>
          <a:xfrm>
            <a:off x="3383176" y="1147800"/>
            <a:ext cx="2831400" cy="428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71BB"/>
                </a:solidFill>
              </a:rPr>
              <a:t>Mã nguồn dùng jquery (7 - 30)</a:t>
            </a:r>
            <a:endParaRPr>
              <a:solidFill>
                <a:srgbClr val="0071BB"/>
              </a:solidFill>
            </a:endParaRPr>
          </a:p>
        </p:txBody>
      </p:sp>
      <p:sp>
        <p:nvSpPr>
          <p:cNvPr id="368" name="Google Shape;368;p62"/>
          <p:cNvSpPr/>
          <p:nvPr/>
        </p:nvSpPr>
        <p:spPr>
          <a:xfrm>
            <a:off x="5526625" y="1929048"/>
            <a:ext cx="3243600" cy="428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71BB"/>
                </a:solidFill>
              </a:rPr>
              <a:t>Thêm event handler cho nút Kiểm tra 01</a:t>
            </a:r>
            <a:endParaRPr>
              <a:solidFill>
                <a:srgbClr val="0071BB"/>
              </a:solidFill>
            </a:endParaRPr>
          </a:p>
        </p:txBody>
      </p:sp>
      <p:sp>
        <p:nvSpPr>
          <p:cNvPr id="369" name="Google Shape;369;p62"/>
          <p:cNvSpPr/>
          <p:nvPr/>
        </p:nvSpPr>
        <p:spPr>
          <a:xfrm>
            <a:off x="4227425" y="2800275"/>
            <a:ext cx="3861600" cy="3315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71BB"/>
                </a:solidFill>
              </a:rPr>
              <a:t>Hàm xử lý sự kiện khi bấm nút Kiểm tra 01</a:t>
            </a:r>
            <a:endParaRPr>
              <a:solidFill>
                <a:srgbClr val="0071BB"/>
              </a:solidFill>
            </a:endParaRPr>
          </a:p>
        </p:txBody>
      </p:sp>
      <p:graphicFrame>
        <p:nvGraphicFramePr>
          <p:cNvPr id="370" name="Google Shape;370;p62"/>
          <p:cNvGraphicFramePr/>
          <p:nvPr/>
        </p:nvGraphicFramePr>
        <p:xfrm>
          <a:off x="793025" y="5905"/>
          <a:ext cx="3000000" cy="3000000"/>
        </p:xfrm>
        <a:graphic>
          <a:graphicData uri="http://schemas.openxmlformats.org/drawingml/2006/table">
            <a:tbl>
              <a:tblPr>
                <a:noFill/>
                <a:tableStyleId>{9B8EF567-7059-4936-83AA-EED77D8B6495}</a:tableStyleId>
              </a:tblPr>
              <a:tblGrid>
                <a:gridCol w="824775"/>
                <a:gridCol w="6258250"/>
                <a:gridCol w="1161075"/>
              </a:tblGrid>
              <a:tr h="700400">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Khi ấn nút Kiểm tra 01, lấy được value của ô text mã giảm giá và gán giá trị vào thẻ div </a:t>
                      </a:r>
                      <a:r>
                        <a:rPr b="1" lang="en">
                          <a:solidFill>
                            <a:schemeClr val="dk1"/>
                          </a:solidFill>
                        </a:rPr>
                        <a:t>ma-giam-gia-01 </a:t>
                      </a:r>
                      <a:r>
                        <a:rPr lang="en">
                          <a:solidFill>
                            <a:schemeClr val="dk1"/>
                          </a:solidFill>
                        </a:rPr>
                        <a:t>và</a:t>
                      </a:r>
                      <a:r>
                        <a:rPr b="1" lang="en">
                          <a:solidFill>
                            <a:schemeClr val="dk1"/>
                          </a:solidFill>
                        </a:rPr>
                        <a:t> </a:t>
                      </a:r>
                      <a:r>
                        <a:rPr lang="en">
                          <a:solidFill>
                            <a:schemeClr val="dk1"/>
                          </a:solidFill>
                        </a:rPr>
                        <a:t>đổi màu thẻ div thành class </a:t>
                      </a:r>
                      <a:r>
                        <a:rPr b="1" lang="en">
                          <a:solidFill>
                            <a:schemeClr val="dk1"/>
                          </a:solidFill>
                        </a:rPr>
                        <a:t>text-success</a:t>
                      </a:r>
                      <a:endParaRPr b="1" sz="15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solidFill>
                            <a:schemeClr val="dk1"/>
                          </a:solidFill>
                        </a:rPr>
                        <a:t>Web</a:t>
                      </a:r>
                      <a:endParaRPr sz="13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bl>
          </a:graphicData>
        </a:graphic>
      </p:graphicFrame>
      <p:cxnSp>
        <p:nvCxnSpPr>
          <p:cNvPr id="371" name="Google Shape;371;p62"/>
          <p:cNvCxnSpPr/>
          <p:nvPr/>
        </p:nvCxnSpPr>
        <p:spPr>
          <a:xfrm>
            <a:off x="1339700" y="1737900"/>
            <a:ext cx="1811100" cy="12000"/>
          </a:xfrm>
          <a:prstGeom prst="straightConnector1">
            <a:avLst/>
          </a:prstGeom>
          <a:noFill/>
          <a:ln cap="flat" cmpd="sng" w="28575">
            <a:solidFill>
              <a:srgbClr val="00ADEE"/>
            </a:solidFill>
            <a:prstDash val="solid"/>
            <a:round/>
            <a:headEnd len="med" w="med" type="none"/>
            <a:tailEnd len="med" w="med" type="none"/>
          </a:ln>
        </p:spPr>
      </p:cxnSp>
      <p:cxnSp>
        <p:nvCxnSpPr>
          <p:cNvPr id="372" name="Google Shape;372;p62"/>
          <p:cNvCxnSpPr/>
          <p:nvPr/>
        </p:nvCxnSpPr>
        <p:spPr>
          <a:xfrm>
            <a:off x="1564250" y="2017700"/>
            <a:ext cx="1811100" cy="12000"/>
          </a:xfrm>
          <a:prstGeom prst="straightConnector1">
            <a:avLst/>
          </a:prstGeom>
          <a:noFill/>
          <a:ln cap="flat" cmpd="sng" w="28575">
            <a:solidFill>
              <a:srgbClr val="00ADEE"/>
            </a:solidFill>
            <a:prstDash val="solid"/>
            <a:round/>
            <a:headEnd len="med" w="med" type="none"/>
            <a:tailEnd len="med" w="med" type="none"/>
          </a:ln>
        </p:spPr>
      </p:cxnSp>
      <p:cxnSp>
        <p:nvCxnSpPr>
          <p:cNvPr id="373" name="Google Shape;373;p62"/>
          <p:cNvCxnSpPr/>
          <p:nvPr/>
        </p:nvCxnSpPr>
        <p:spPr>
          <a:xfrm>
            <a:off x="1486248" y="2522161"/>
            <a:ext cx="1811100" cy="12000"/>
          </a:xfrm>
          <a:prstGeom prst="straightConnector1">
            <a:avLst/>
          </a:prstGeom>
          <a:noFill/>
          <a:ln cap="flat" cmpd="sng" w="28575">
            <a:solidFill>
              <a:srgbClr val="00ADEE"/>
            </a:solidFill>
            <a:prstDash val="solid"/>
            <a:round/>
            <a:headEnd len="med" w="med" type="none"/>
            <a:tailEnd len="med" w="med" type="none"/>
          </a:ln>
        </p:spPr>
      </p:cxnSp>
      <p:cxnSp>
        <p:nvCxnSpPr>
          <p:cNvPr id="374" name="Google Shape;374;p62"/>
          <p:cNvCxnSpPr/>
          <p:nvPr/>
        </p:nvCxnSpPr>
        <p:spPr>
          <a:xfrm>
            <a:off x="1572075" y="4119225"/>
            <a:ext cx="2176500" cy="9300"/>
          </a:xfrm>
          <a:prstGeom prst="straightConnector1">
            <a:avLst/>
          </a:prstGeom>
          <a:noFill/>
          <a:ln cap="flat" cmpd="sng" w="28575">
            <a:solidFill>
              <a:srgbClr val="00ADEE"/>
            </a:solidFill>
            <a:prstDash val="solid"/>
            <a:round/>
            <a:headEnd len="med" w="med" type="none"/>
            <a:tailEnd len="med" w="med" type="none"/>
          </a:ln>
        </p:spPr>
      </p:cxnSp>
      <p:cxnSp>
        <p:nvCxnSpPr>
          <p:cNvPr id="375" name="Google Shape;375;p62"/>
          <p:cNvCxnSpPr/>
          <p:nvPr/>
        </p:nvCxnSpPr>
        <p:spPr>
          <a:xfrm>
            <a:off x="1564250" y="4298950"/>
            <a:ext cx="2495700" cy="3900"/>
          </a:xfrm>
          <a:prstGeom prst="straightConnector1">
            <a:avLst/>
          </a:prstGeom>
          <a:noFill/>
          <a:ln cap="flat" cmpd="sng" w="28575">
            <a:solidFill>
              <a:srgbClr val="00ADEE"/>
            </a:solidFill>
            <a:prstDash val="solid"/>
            <a:round/>
            <a:headEnd len="med" w="med" type="none"/>
            <a:tailEnd len="med" w="med" type="none"/>
          </a:ln>
        </p:spPr>
      </p:cxnSp>
      <p:cxnSp>
        <p:nvCxnSpPr>
          <p:cNvPr id="376" name="Google Shape;376;p62"/>
          <p:cNvCxnSpPr/>
          <p:nvPr/>
        </p:nvCxnSpPr>
        <p:spPr>
          <a:xfrm flipH="1" rot="10800000">
            <a:off x="1230450" y="4769750"/>
            <a:ext cx="407400" cy="5400"/>
          </a:xfrm>
          <a:prstGeom prst="straightConnector1">
            <a:avLst/>
          </a:prstGeom>
          <a:noFill/>
          <a:ln cap="flat" cmpd="sng" w="28575">
            <a:solidFill>
              <a:srgbClr val="00ADEE"/>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63"/>
          <p:cNvPicPr preferRelativeResize="0"/>
          <p:nvPr/>
        </p:nvPicPr>
        <p:blipFill>
          <a:blip r:embed="rId3">
            <a:alphaModFix/>
          </a:blip>
          <a:stretch>
            <a:fillRect/>
          </a:stretch>
        </p:blipFill>
        <p:spPr>
          <a:xfrm>
            <a:off x="1188950" y="740950"/>
            <a:ext cx="7864374" cy="4372450"/>
          </a:xfrm>
          <a:prstGeom prst="rect">
            <a:avLst/>
          </a:prstGeom>
          <a:noFill/>
          <a:ln cap="flat" cmpd="sng" w="9525">
            <a:solidFill>
              <a:schemeClr val="dk2"/>
            </a:solidFill>
            <a:prstDash val="solid"/>
            <a:round/>
            <a:headEnd len="sm" w="sm" type="none"/>
            <a:tailEnd len="sm" w="sm" type="none"/>
          </a:ln>
        </p:spPr>
      </p:pic>
      <p:sp>
        <p:nvSpPr>
          <p:cNvPr id="382" name="Google Shape;382;p63"/>
          <p:cNvSpPr/>
          <p:nvPr/>
        </p:nvSpPr>
        <p:spPr>
          <a:xfrm>
            <a:off x="2640784" y="1526876"/>
            <a:ext cx="2437011" cy="240316"/>
          </a:xfrm>
          <a:custGeom>
            <a:rect b="b" l="l" r="r" t="t"/>
            <a:pathLst>
              <a:path extrusionOk="0" h="10637" w="41204">
                <a:moveTo>
                  <a:pt x="0" y="2784"/>
                </a:moveTo>
                <a:cubicBezTo>
                  <a:pt x="5357" y="6610"/>
                  <a:pt x="12263" y="12468"/>
                  <a:pt x="18375" y="10022"/>
                </a:cubicBezTo>
                <a:cubicBezTo>
                  <a:pt x="26091" y="6935"/>
                  <a:pt x="32893" y="0"/>
                  <a:pt x="41204" y="0"/>
                </a:cubicBezTo>
              </a:path>
            </a:pathLst>
          </a:custGeom>
          <a:noFill/>
          <a:ln cap="flat" cmpd="sng" w="19050">
            <a:solidFill>
              <a:srgbClr val="00ADEE"/>
            </a:solidFill>
            <a:prstDash val="solid"/>
            <a:round/>
            <a:headEnd len="med" w="med" type="none"/>
            <a:tailEnd len="med" w="med" type="stealth"/>
          </a:ln>
        </p:spPr>
      </p:sp>
      <p:sp>
        <p:nvSpPr>
          <p:cNvPr id="383" name="Google Shape;383;p63"/>
          <p:cNvSpPr/>
          <p:nvPr/>
        </p:nvSpPr>
        <p:spPr>
          <a:xfrm>
            <a:off x="5233374" y="1767166"/>
            <a:ext cx="1460160" cy="310608"/>
          </a:xfrm>
          <a:prstGeom prst="flowChartTerminator">
            <a:avLst/>
          </a:prstGeom>
          <a:solidFill>
            <a:srgbClr val="00AD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37278E"/>
                </a:solidFill>
              </a:rPr>
              <a:t>devcamp-sample</a:t>
            </a:r>
            <a:endParaRPr sz="1100">
              <a:solidFill>
                <a:srgbClr val="37278E"/>
              </a:solidFill>
            </a:endParaRPr>
          </a:p>
        </p:txBody>
      </p:sp>
      <p:cxnSp>
        <p:nvCxnSpPr>
          <p:cNvPr id="384" name="Google Shape;384;p63"/>
          <p:cNvCxnSpPr/>
          <p:nvPr/>
        </p:nvCxnSpPr>
        <p:spPr>
          <a:xfrm>
            <a:off x="2059148" y="1563186"/>
            <a:ext cx="749100" cy="18600"/>
          </a:xfrm>
          <a:prstGeom prst="straightConnector1">
            <a:avLst/>
          </a:prstGeom>
          <a:noFill/>
          <a:ln cap="flat" cmpd="sng" w="28575">
            <a:solidFill>
              <a:srgbClr val="00ADEE"/>
            </a:solidFill>
            <a:prstDash val="solid"/>
            <a:round/>
            <a:headEnd len="med" w="med" type="none"/>
            <a:tailEnd len="med" w="med" type="none"/>
          </a:ln>
        </p:spPr>
      </p:cxnSp>
      <p:sp>
        <p:nvSpPr>
          <p:cNvPr id="385" name="Google Shape;385;p63"/>
          <p:cNvSpPr txBox="1"/>
          <p:nvPr/>
        </p:nvSpPr>
        <p:spPr>
          <a:xfrm>
            <a:off x="593125" y="31825"/>
            <a:ext cx="820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7278E"/>
                </a:solidFill>
              </a:rPr>
              <a:t>Kết quả subTask 1: </a:t>
            </a:r>
            <a:endParaRPr b="1" sz="2078">
              <a:solidFill>
                <a:srgbClr val="1F497D"/>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id="390" name="Google Shape;390;p64"/>
          <p:cNvPicPr preferRelativeResize="0"/>
          <p:nvPr/>
        </p:nvPicPr>
        <p:blipFill>
          <a:blip r:embed="rId3">
            <a:alphaModFix/>
          </a:blip>
          <a:stretch>
            <a:fillRect/>
          </a:stretch>
        </p:blipFill>
        <p:spPr>
          <a:xfrm>
            <a:off x="609600" y="1738994"/>
            <a:ext cx="7562850" cy="257175"/>
          </a:xfrm>
          <a:prstGeom prst="rect">
            <a:avLst/>
          </a:prstGeom>
          <a:noFill/>
          <a:ln>
            <a:noFill/>
          </a:ln>
        </p:spPr>
      </p:pic>
      <p:sp>
        <p:nvSpPr>
          <p:cNvPr id="391" name="Google Shape;391;p64"/>
          <p:cNvSpPr/>
          <p:nvPr/>
        </p:nvSpPr>
        <p:spPr>
          <a:xfrm>
            <a:off x="6519000" y="2106575"/>
            <a:ext cx="2478300" cy="569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71BB"/>
                </a:solidFill>
              </a:rPr>
              <a:t>Thêm id cho nút Kiểm tra 02</a:t>
            </a:r>
            <a:endParaRPr>
              <a:solidFill>
                <a:srgbClr val="0071BB"/>
              </a:solidFill>
            </a:endParaRPr>
          </a:p>
        </p:txBody>
      </p:sp>
      <p:graphicFrame>
        <p:nvGraphicFramePr>
          <p:cNvPr id="392" name="Google Shape;392;p64"/>
          <p:cNvGraphicFramePr/>
          <p:nvPr/>
        </p:nvGraphicFramePr>
        <p:xfrm>
          <a:off x="640625" y="677775"/>
          <a:ext cx="3000000" cy="3000000"/>
        </p:xfrm>
        <a:graphic>
          <a:graphicData uri="http://schemas.openxmlformats.org/drawingml/2006/table">
            <a:tbl>
              <a:tblPr>
                <a:noFill/>
                <a:tableStyleId>{9B8EF567-7059-4936-83AA-EED77D8B6495}</a:tableStyleId>
              </a:tblPr>
              <a:tblGrid>
                <a:gridCol w="824775"/>
                <a:gridCol w="6258250"/>
                <a:gridCol w="1161075"/>
              </a:tblGrid>
              <a:tr h="700400">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Khi ấn nút </a:t>
                      </a:r>
                      <a:r>
                        <a:rPr b="1" lang="en">
                          <a:solidFill>
                            <a:schemeClr val="dk1"/>
                          </a:solidFill>
                        </a:rPr>
                        <a:t>Kiểm tra 02</a:t>
                      </a:r>
                      <a:r>
                        <a:rPr lang="en">
                          <a:solidFill>
                            <a:schemeClr val="dk1"/>
                          </a:solidFill>
                        </a:rPr>
                        <a:t>, lấy giá trị thẻ div </a:t>
                      </a:r>
                      <a:r>
                        <a:rPr b="1" lang="en">
                          <a:solidFill>
                            <a:schemeClr val="dk1"/>
                          </a:solidFill>
                        </a:rPr>
                        <a:t>ma-giam-gia-02</a:t>
                      </a:r>
                      <a:r>
                        <a:rPr lang="en">
                          <a:solidFill>
                            <a:schemeClr val="dk1"/>
                          </a:solidFill>
                        </a:rPr>
                        <a:t> và gán vào ô text mã giảm giá, đổi border cho ô text thành class</a:t>
                      </a:r>
                      <a:r>
                        <a:rPr b="1" lang="en">
                          <a:solidFill>
                            <a:schemeClr val="dk1"/>
                          </a:solidFill>
                        </a:rPr>
                        <a:t> border border-danger</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solidFill>
                            <a:schemeClr val="dk1"/>
                          </a:solidFill>
                        </a:rPr>
                        <a:t>Web</a:t>
                      </a:r>
                      <a:endParaRPr sz="1300">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bl>
          </a:graphicData>
        </a:graphic>
      </p:graphicFrame>
      <p:cxnSp>
        <p:nvCxnSpPr>
          <p:cNvPr id="393" name="Google Shape;393;p64"/>
          <p:cNvCxnSpPr/>
          <p:nvPr/>
        </p:nvCxnSpPr>
        <p:spPr>
          <a:xfrm flipH="1" rot="10800000">
            <a:off x="4487698" y="1967686"/>
            <a:ext cx="1677000" cy="9900"/>
          </a:xfrm>
          <a:prstGeom prst="straightConnector1">
            <a:avLst/>
          </a:prstGeom>
          <a:noFill/>
          <a:ln cap="flat" cmpd="sng" w="28575">
            <a:solidFill>
              <a:srgbClr val="00ADEE"/>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65"/>
          <p:cNvPicPr preferRelativeResize="0"/>
          <p:nvPr/>
        </p:nvPicPr>
        <p:blipFill>
          <a:blip r:embed="rId3">
            <a:alphaModFix/>
          </a:blip>
          <a:stretch>
            <a:fillRect/>
          </a:stretch>
        </p:blipFill>
        <p:spPr>
          <a:xfrm>
            <a:off x="542775" y="228600"/>
            <a:ext cx="8601225" cy="4534475"/>
          </a:xfrm>
          <a:prstGeom prst="rect">
            <a:avLst/>
          </a:prstGeom>
          <a:noFill/>
          <a:ln>
            <a:noFill/>
          </a:ln>
        </p:spPr>
      </p:pic>
      <p:sp>
        <p:nvSpPr>
          <p:cNvPr id="399" name="Google Shape;399;p65"/>
          <p:cNvSpPr/>
          <p:nvPr/>
        </p:nvSpPr>
        <p:spPr>
          <a:xfrm>
            <a:off x="4990174" y="668825"/>
            <a:ext cx="3484800" cy="3285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rgbClr val="0071BB"/>
                </a:solidFill>
              </a:rPr>
              <a:t>Thêm event handler cho nút Kiểm tra 02</a:t>
            </a:r>
            <a:endParaRPr>
              <a:solidFill>
                <a:srgbClr val="0071BB"/>
              </a:solidFill>
            </a:endParaRPr>
          </a:p>
        </p:txBody>
      </p:sp>
      <p:sp>
        <p:nvSpPr>
          <p:cNvPr id="400" name="Google Shape;400;p65"/>
          <p:cNvSpPr/>
          <p:nvPr/>
        </p:nvSpPr>
        <p:spPr>
          <a:xfrm>
            <a:off x="4481125" y="2959075"/>
            <a:ext cx="3819300" cy="3285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rgbClr val="0071BB"/>
                </a:solidFill>
              </a:rPr>
              <a:t>Hàm xử lý sự kiện khi bấm nút Kiểm tra 02</a:t>
            </a:r>
            <a:endParaRPr>
              <a:solidFill>
                <a:srgbClr val="0071BB"/>
              </a:solidFill>
            </a:endParaRPr>
          </a:p>
        </p:txBody>
      </p:sp>
      <p:sp>
        <p:nvSpPr>
          <p:cNvPr id="401" name="Google Shape;401;p65"/>
          <p:cNvSpPr/>
          <p:nvPr/>
        </p:nvSpPr>
        <p:spPr>
          <a:xfrm>
            <a:off x="552250" y="2959075"/>
            <a:ext cx="8557800" cy="1626900"/>
          </a:xfrm>
          <a:prstGeom prst="rect">
            <a:avLst/>
          </a:prstGeom>
          <a:noFill/>
          <a:ln cap="flat" cmpd="sng" w="19050">
            <a:solidFill>
              <a:srgbClr val="00ADE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2" name="Google Shape;402;p65"/>
          <p:cNvCxnSpPr/>
          <p:nvPr/>
        </p:nvCxnSpPr>
        <p:spPr>
          <a:xfrm>
            <a:off x="1287023" y="1027661"/>
            <a:ext cx="3358200" cy="6000"/>
          </a:xfrm>
          <a:prstGeom prst="straightConnector1">
            <a:avLst/>
          </a:prstGeom>
          <a:noFill/>
          <a:ln cap="flat" cmpd="sng" w="28575">
            <a:solidFill>
              <a:srgbClr val="00ADEE"/>
            </a:solidFill>
            <a:prstDash val="solid"/>
            <a:round/>
            <a:headEnd len="med" w="med" type="none"/>
            <a:tailEnd len="med" w="med" type="none"/>
          </a:ln>
        </p:spPr>
      </p:cxnSp>
      <p:cxnSp>
        <p:nvCxnSpPr>
          <p:cNvPr id="403" name="Google Shape;403;p65"/>
          <p:cNvCxnSpPr/>
          <p:nvPr/>
        </p:nvCxnSpPr>
        <p:spPr>
          <a:xfrm flipH="1" rot="10800000">
            <a:off x="1362323" y="4271686"/>
            <a:ext cx="3295500" cy="6300"/>
          </a:xfrm>
          <a:prstGeom prst="straightConnector1">
            <a:avLst/>
          </a:prstGeom>
          <a:noFill/>
          <a:ln cap="flat" cmpd="sng" w="28575">
            <a:solidFill>
              <a:srgbClr val="00ADEE"/>
            </a:solidFill>
            <a:prstDash val="solid"/>
            <a:round/>
            <a:headEnd len="med" w="med" type="none"/>
            <a:tailEnd len="med" w="med" type="none"/>
          </a:ln>
        </p:spPr>
      </p:cxnSp>
      <p:cxnSp>
        <p:nvCxnSpPr>
          <p:cNvPr id="404" name="Google Shape;404;p65"/>
          <p:cNvCxnSpPr/>
          <p:nvPr/>
        </p:nvCxnSpPr>
        <p:spPr>
          <a:xfrm flipH="1" rot="10800000">
            <a:off x="1438523" y="4430313"/>
            <a:ext cx="3295500" cy="6300"/>
          </a:xfrm>
          <a:prstGeom prst="straightConnector1">
            <a:avLst/>
          </a:prstGeom>
          <a:noFill/>
          <a:ln cap="flat" cmpd="sng" w="28575">
            <a:solidFill>
              <a:srgbClr val="00ADEE"/>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66"/>
          <p:cNvPicPr preferRelativeResize="0"/>
          <p:nvPr/>
        </p:nvPicPr>
        <p:blipFill>
          <a:blip r:embed="rId3">
            <a:alphaModFix/>
          </a:blip>
          <a:stretch>
            <a:fillRect/>
          </a:stretch>
        </p:blipFill>
        <p:spPr>
          <a:xfrm>
            <a:off x="1249250" y="528325"/>
            <a:ext cx="7752475" cy="4592701"/>
          </a:xfrm>
          <a:prstGeom prst="rect">
            <a:avLst/>
          </a:prstGeom>
          <a:noFill/>
          <a:ln cap="flat" cmpd="sng" w="9525">
            <a:solidFill>
              <a:srgbClr val="00ADEE"/>
            </a:solidFill>
            <a:prstDash val="solid"/>
            <a:round/>
            <a:headEnd len="sm" w="sm" type="none"/>
            <a:tailEnd len="sm" w="sm" type="none"/>
          </a:ln>
        </p:spPr>
      </p:pic>
      <p:sp>
        <p:nvSpPr>
          <p:cNvPr id="410" name="Google Shape;410;p66"/>
          <p:cNvSpPr txBox="1"/>
          <p:nvPr/>
        </p:nvSpPr>
        <p:spPr>
          <a:xfrm>
            <a:off x="593125" y="31825"/>
            <a:ext cx="820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7278E"/>
                </a:solidFill>
              </a:rPr>
              <a:t>Kết quả subTask 2: </a:t>
            </a:r>
            <a:endParaRPr b="1" sz="2078">
              <a:solidFill>
                <a:srgbClr val="1F497D"/>
              </a:solidFill>
            </a:endParaRPr>
          </a:p>
        </p:txBody>
      </p:sp>
      <p:cxnSp>
        <p:nvCxnSpPr>
          <p:cNvPr id="411" name="Google Shape;411;p66"/>
          <p:cNvCxnSpPr/>
          <p:nvPr/>
        </p:nvCxnSpPr>
        <p:spPr>
          <a:xfrm flipH="1" rot="10800000">
            <a:off x="2297226" y="2980695"/>
            <a:ext cx="3519000" cy="369900"/>
          </a:xfrm>
          <a:prstGeom prst="straightConnector1">
            <a:avLst/>
          </a:prstGeom>
          <a:noFill/>
          <a:ln cap="flat" cmpd="sng" w="9525">
            <a:solidFill>
              <a:srgbClr val="00ADEE"/>
            </a:solidFill>
            <a:prstDash val="solid"/>
            <a:round/>
            <a:headEnd len="med" w="med" type="none"/>
            <a:tailEnd len="med" w="med" type="triangle"/>
          </a:ln>
        </p:spPr>
      </p:cxnSp>
      <p:sp>
        <p:nvSpPr>
          <p:cNvPr id="412" name="Google Shape;412;p66"/>
          <p:cNvSpPr/>
          <p:nvPr/>
        </p:nvSpPr>
        <p:spPr>
          <a:xfrm>
            <a:off x="5787574" y="3180691"/>
            <a:ext cx="1460160" cy="310608"/>
          </a:xfrm>
          <a:prstGeom prst="flowChartTerminator">
            <a:avLst/>
          </a:prstGeom>
          <a:solidFill>
            <a:srgbClr val="00AD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37278E"/>
                </a:solidFill>
              </a:rPr>
              <a:t>devcamp-sample</a:t>
            </a:r>
            <a:endParaRPr sz="1100">
              <a:solidFill>
                <a:srgbClr val="37278E"/>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67"/>
          <p:cNvPicPr preferRelativeResize="0"/>
          <p:nvPr/>
        </p:nvPicPr>
        <p:blipFill>
          <a:blip r:embed="rId3">
            <a:alphaModFix/>
          </a:blip>
          <a:stretch>
            <a:fillRect/>
          </a:stretch>
        </p:blipFill>
        <p:spPr>
          <a:xfrm>
            <a:off x="685800" y="1454525"/>
            <a:ext cx="6819900" cy="276225"/>
          </a:xfrm>
          <a:prstGeom prst="rect">
            <a:avLst/>
          </a:prstGeom>
          <a:noFill/>
          <a:ln>
            <a:noFill/>
          </a:ln>
        </p:spPr>
      </p:pic>
      <p:sp>
        <p:nvSpPr>
          <p:cNvPr id="418" name="Google Shape;418;p67"/>
          <p:cNvSpPr/>
          <p:nvPr/>
        </p:nvSpPr>
        <p:spPr>
          <a:xfrm>
            <a:off x="6214200" y="1905815"/>
            <a:ext cx="2478300" cy="569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71BB"/>
                </a:solidFill>
              </a:rPr>
              <a:t>Thêm id cho nút Màu đỏ</a:t>
            </a:r>
            <a:endParaRPr>
              <a:solidFill>
                <a:srgbClr val="0071BB"/>
              </a:solidFill>
            </a:endParaRPr>
          </a:p>
        </p:txBody>
      </p:sp>
      <p:graphicFrame>
        <p:nvGraphicFramePr>
          <p:cNvPr id="419" name="Google Shape;419;p67"/>
          <p:cNvGraphicFramePr/>
          <p:nvPr/>
        </p:nvGraphicFramePr>
        <p:xfrm>
          <a:off x="640625" y="449175"/>
          <a:ext cx="3000000" cy="3000000"/>
        </p:xfrm>
        <a:graphic>
          <a:graphicData uri="http://schemas.openxmlformats.org/drawingml/2006/table">
            <a:tbl>
              <a:tblPr>
                <a:noFill/>
                <a:tableStyleId>{9B8EF567-7059-4936-83AA-EED77D8B6495}</a:tableStyleId>
              </a:tblPr>
              <a:tblGrid>
                <a:gridCol w="824775"/>
                <a:gridCol w="6258250"/>
                <a:gridCol w="1161075"/>
              </a:tblGrid>
              <a:tr h="455250">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a:t>Khi ấn nút Màu đỏ, </a:t>
                      </a:r>
                      <a:r>
                        <a:rPr lang="en">
                          <a:solidFill>
                            <a:schemeClr val="dk1"/>
                          </a:solidFill>
                        </a:rPr>
                        <a:t>đổi màu text cho thẻ div thành màu đỏ</a:t>
                      </a:r>
                      <a:endParaRPr b="1"/>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300">
                          <a:solidFill>
                            <a:schemeClr val="dk1"/>
                          </a:solidFill>
                        </a:rPr>
                        <a:t>Web</a:t>
                      </a:r>
                      <a:endParaRPr sz="1300"/>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bl>
          </a:graphicData>
        </a:graphic>
      </p:graphicFrame>
      <p:cxnSp>
        <p:nvCxnSpPr>
          <p:cNvPr id="420" name="Google Shape;420;p67"/>
          <p:cNvCxnSpPr/>
          <p:nvPr/>
        </p:nvCxnSpPr>
        <p:spPr>
          <a:xfrm flipH="1" rot="10800000">
            <a:off x="4711848" y="1656467"/>
            <a:ext cx="1085400" cy="12600"/>
          </a:xfrm>
          <a:prstGeom prst="straightConnector1">
            <a:avLst/>
          </a:prstGeom>
          <a:noFill/>
          <a:ln cap="flat" cmpd="sng" w="28575">
            <a:solidFill>
              <a:srgbClr val="00ADEE"/>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68"/>
          <p:cNvPicPr preferRelativeResize="0"/>
          <p:nvPr/>
        </p:nvPicPr>
        <p:blipFill>
          <a:blip r:embed="rId3">
            <a:alphaModFix/>
          </a:blip>
          <a:stretch>
            <a:fillRect/>
          </a:stretch>
        </p:blipFill>
        <p:spPr>
          <a:xfrm>
            <a:off x="557366" y="419224"/>
            <a:ext cx="8555326" cy="3811026"/>
          </a:xfrm>
          <a:prstGeom prst="rect">
            <a:avLst/>
          </a:prstGeom>
          <a:noFill/>
          <a:ln>
            <a:noFill/>
          </a:ln>
        </p:spPr>
      </p:pic>
      <p:sp>
        <p:nvSpPr>
          <p:cNvPr id="426" name="Google Shape;426;p68"/>
          <p:cNvSpPr/>
          <p:nvPr/>
        </p:nvSpPr>
        <p:spPr>
          <a:xfrm>
            <a:off x="499700" y="2803736"/>
            <a:ext cx="8636400" cy="941700"/>
          </a:xfrm>
          <a:prstGeom prst="rect">
            <a:avLst/>
          </a:prstGeom>
          <a:noFill/>
          <a:ln cap="flat" cmpd="sng" w="19050">
            <a:solidFill>
              <a:srgbClr val="0071BB"/>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8"/>
          <p:cNvSpPr/>
          <p:nvPr/>
        </p:nvSpPr>
        <p:spPr>
          <a:xfrm>
            <a:off x="4661432" y="2867292"/>
            <a:ext cx="3545100" cy="336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71BB"/>
                </a:solidFill>
              </a:rPr>
              <a:t>Hàm xử lý sự kiện khi bấm nút Màu đỏ</a:t>
            </a:r>
            <a:endParaRPr>
              <a:solidFill>
                <a:srgbClr val="0071BB"/>
              </a:solidFill>
            </a:endParaRPr>
          </a:p>
        </p:txBody>
      </p:sp>
      <p:cxnSp>
        <p:nvCxnSpPr>
          <p:cNvPr id="428" name="Google Shape;428;p68"/>
          <p:cNvCxnSpPr/>
          <p:nvPr/>
        </p:nvCxnSpPr>
        <p:spPr>
          <a:xfrm>
            <a:off x="1228604" y="2016894"/>
            <a:ext cx="2694300" cy="13200"/>
          </a:xfrm>
          <a:prstGeom prst="straightConnector1">
            <a:avLst/>
          </a:prstGeom>
          <a:noFill/>
          <a:ln cap="flat" cmpd="sng" w="28575">
            <a:solidFill>
              <a:srgbClr val="00ADEE"/>
            </a:solidFill>
            <a:prstDash val="solid"/>
            <a:round/>
            <a:headEnd len="med" w="med" type="none"/>
            <a:tailEnd len="med" w="med" type="none"/>
          </a:ln>
        </p:spPr>
      </p:cxnSp>
      <p:sp>
        <p:nvSpPr>
          <p:cNvPr id="429" name="Google Shape;429;p68"/>
          <p:cNvSpPr/>
          <p:nvPr/>
        </p:nvSpPr>
        <p:spPr>
          <a:xfrm>
            <a:off x="4990175" y="1354625"/>
            <a:ext cx="3347700" cy="3285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rgbClr val="0071BB"/>
                </a:solidFill>
              </a:rPr>
              <a:t>Thêm event handler cho nút Màu đỏ</a:t>
            </a:r>
            <a:endParaRPr>
              <a:solidFill>
                <a:srgbClr val="0071BB"/>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69"/>
          <p:cNvPicPr preferRelativeResize="0"/>
          <p:nvPr/>
        </p:nvPicPr>
        <p:blipFill>
          <a:blip r:embed="rId3">
            <a:alphaModFix/>
          </a:blip>
          <a:stretch>
            <a:fillRect/>
          </a:stretch>
        </p:blipFill>
        <p:spPr>
          <a:xfrm>
            <a:off x="1284315" y="534175"/>
            <a:ext cx="7808485" cy="4594275"/>
          </a:xfrm>
          <a:prstGeom prst="rect">
            <a:avLst/>
          </a:prstGeom>
          <a:noFill/>
          <a:ln cap="flat" cmpd="sng" w="9525">
            <a:solidFill>
              <a:schemeClr val="dk2"/>
            </a:solidFill>
            <a:prstDash val="solid"/>
            <a:round/>
            <a:headEnd len="sm" w="sm" type="none"/>
            <a:tailEnd len="sm" w="sm" type="none"/>
          </a:ln>
        </p:spPr>
      </p:pic>
      <p:sp>
        <p:nvSpPr>
          <p:cNvPr id="435" name="Google Shape;435;p69"/>
          <p:cNvSpPr/>
          <p:nvPr/>
        </p:nvSpPr>
        <p:spPr>
          <a:xfrm>
            <a:off x="1240650" y="4348115"/>
            <a:ext cx="207368" cy="317204"/>
          </a:xfrm>
          <a:custGeom>
            <a:rect b="b" l="l" r="r" t="t"/>
            <a:pathLst>
              <a:path extrusionOk="0" h="13363" w="8524">
                <a:moveTo>
                  <a:pt x="8524" y="13363"/>
                </a:moveTo>
                <a:cubicBezTo>
                  <a:pt x="5456" y="11215"/>
                  <a:pt x="1200" y="9448"/>
                  <a:pt x="172" y="5846"/>
                </a:cubicBezTo>
                <a:cubicBezTo>
                  <a:pt x="-516" y="3435"/>
                  <a:pt x="2397" y="0"/>
                  <a:pt x="4904" y="0"/>
                </a:cubicBezTo>
              </a:path>
            </a:pathLst>
          </a:custGeom>
          <a:noFill/>
          <a:ln cap="flat" cmpd="sng" w="9525">
            <a:solidFill>
              <a:srgbClr val="00ADEE"/>
            </a:solidFill>
            <a:prstDash val="solid"/>
            <a:round/>
            <a:headEnd len="med" w="med" type="none"/>
            <a:tailEnd len="med" w="med" type="stealth"/>
          </a:ln>
        </p:spPr>
      </p:sp>
      <p:sp>
        <p:nvSpPr>
          <p:cNvPr id="436" name="Google Shape;436;p69"/>
          <p:cNvSpPr/>
          <p:nvPr/>
        </p:nvSpPr>
        <p:spPr>
          <a:xfrm>
            <a:off x="3589449" y="4348116"/>
            <a:ext cx="1460160" cy="310608"/>
          </a:xfrm>
          <a:prstGeom prst="flowChartTerminator">
            <a:avLst/>
          </a:prstGeom>
          <a:solidFill>
            <a:srgbClr val="00AD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37278E"/>
                </a:solidFill>
              </a:rPr>
              <a:t>devcamp-sample</a:t>
            </a:r>
            <a:endParaRPr sz="1100">
              <a:solidFill>
                <a:srgbClr val="37278E"/>
              </a:solidFill>
            </a:endParaRPr>
          </a:p>
        </p:txBody>
      </p:sp>
      <p:sp>
        <p:nvSpPr>
          <p:cNvPr id="437" name="Google Shape;437;p69"/>
          <p:cNvSpPr txBox="1"/>
          <p:nvPr/>
        </p:nvSpPr>
        <p:spPr>
          <a:xfrm>
            <a:off x="593125" y="31825"/>
            <a:ext cx="820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7278E"/>
                </a:solidFill>
              </a:rPr>
              <a:t>Kết quả subTask 3: </a:t>
            </a:r>
            <a:endParaRPr b="1" sz="2078">
              <a:solidFill>
                <a:srgbClr val="1F497D"/>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70"/>
          <p:cNvPicPr preferRelativeResize="0"/>
          <p:nvPr/>
        </p:nvPicPr>
        <p:blipFill>
          <a:blip r:embed="rId3">
            <a:alphaModFix/>
          </a:blip>
          <a:stretch>
            <a:fillRect/>
          </a:stretch>
        </p:blipFill>
        <p:spPr>
          <a:xfrm>
            <a:off x="685800" y="1403850"/>
            <a:ext cx="7343775" cy="266700"/>
          </a:xfrm>
          <a:prstGeom prst="rect">
            <a:avLst/>
          </a:prstGeom>
          <a:noFill/>
          <a:ln>
            <a:noFill/>
          </a:ln>
        </p:spPr>
      </p:pic>
      <p:graphicFrame>
        <p:nvGraphicFramePr>
          <p:cNvPr id="443" name="Google Shape;443;p70"/>
          <p:cNvGraphicFramePr/>
          <p:nvPr/>
        </p:nvGraphicFramePr>
        <p:xfrm>
          <a:off x="640625" y="449175"/>
          <a:ext cx="3000000" cy="3000000"/>
        </p:xfrm>
        <a:graphic>
          <a:graphicData uri="http://schemas.openxmlformats.org/drawingml/2006/table">
            <a:tbl>
              <a:tblPr>
                <a:noFill/>
                <a:tableStyleId>{9B8EF567-7059-4936-83AA-EED77D8B6495}</a:tableStyleId>
              </a:tblPr>
              <a:tblGrid>
                <a:gridCol w="824775"/>
                <a:gridCol w="6258250"/>
                <a:gridCol w="1161075"/>
              </a:tblGrid>
              <a:tr h="700400">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Khi ấn nút Màu vàng, đổi màu text cho thẻ div thành màu vàng</a:t>
                      </a:r>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1"/>
                          </a:solidFill>
                        </a:rPr>
                        <a:t>Web</a:t>
                      </a:r>
                      <a:endParaRPr sz="1300">
                        <a:solidFill>
                          <a:schemeClr val="dk1"/>
                        </a:solidFill>
                      </a:endParaRPr>
                    </a:p>
                  </a:txBody>
                  <a:tcPr marT="91425" marB="91425" marR="91425" marL="91425">
                    <a:lnL cap="flat" cmpd="sng" w="9525">
                      <a:solidFill>
                        <a:srgbClr val="00ADEE"/>
                      </a:solidFill>
                      <a:prstDash val="solid"/>
                      <a:round/>
                      <a:headEnd len="sm" w="sm" type="none"/>
                      <a:tailEnd len="sm" w="sm" type="none"/>
                    </a:lnL>
                    <a:lnR cap="flat" cmpd="sng" w="9525">
                      <a:solidFill>
                        <a:srgbClr val="00ADEE"/>
                      </a:solidFill>
                      <a:prstDash val="solid"/>
                      <a:round/>
                      <a:headEnd len="sm" w="sm" type="none"/>
                      <a:tailEnd len="sm" w="sm" type="none"/>
                    </a:lnR>
                    <a:lnT cap="flat" cmpd="sng" w="9525">
                      <a:solidFill>
                        <a:srgbClr val="00ADEE"/>
                      </a:solidFill>
                      <a:prstDash val="solid"/>
                      <a:round/>
                      <a:headEnd len="sm" w="sm" type="none"/>
                      <a:tailEnd len="sm" w="sm" type="none"/>
                    </a:lnT>
                    <a:lnB cap="flat" cmpd="sng" w="9525">
                      <a:solidFill>
                        <a:srgbClr val="00ADEE"/>
                      </a:solidFill>
                      <a:prstDash val="solid"/>
                      <a:round/>
                      <a:headEnd len="sm" w="sm" type="none"/>
                      <a:tailEnd len="sm" w="sm" type="none"/>
                    </a:lnB>
                  </a:tcPr>
                </a:tc>
              </a:tr>
            </a:tbl>
          </a:graphicData>
        </a:graphic>
      </p:graphicFrame>
      <p:cxnSp>
        <p:nvCxnSpPr>
          <p:cNvPr id="444" name="Google Shape;444;p70"/>
          <p:cNvCxnSpPr/>
          <p:nvPr/>
        </p:nvCxnSpPr>
        <p:spPr>
          <a:xfrm>
            <a:off x="4732525" y="1619027"/>
            <a:ext cx="1482000" cy="0"/>
          </a:xfrm>
          <a:prstGeom prst="straightConnector1">
            <a:avLst/>
          </a:prstGeom>
          <a:noFill/>
          <a:ln cap="flat" cmpd="sng" w="28575">
            <a:solidFill>
              <a:srgbClr val="00ADEE"/>
            </a:solidFill>
            <a:prstDash val="solid"/>
            <a:round/>
            <a:headEnd len="med" w="med" type="none"/>
            <a:tailEnd len="med" w="med" type="none"/>
          </a:ln>
        </p:spPr>
      </p:cxnSp>
      <p:sp>
        <p:nvSpPr>
          <p:cNvPr id="445" name="Google Shape;445;p70"/>
          <p:cNvSpPr/>
          <p:nvPr/>
        </p:nvSpPr>
        <p:spPr>
          <a:xfrm>
            <a:off x="5693775" y="2088475"/>
            <a:ext cx="2335800" cy="569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71BB"/>
                </a:solidFill>
              </a:rPr>
              <a:t>Thêm id cho nút Màu vàng</a:t>
            </a:r>
            <a:endParaRPr>
              <a:solidFill>
                <a:srgbClr val="0071BB"/>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p71"/>
          <p:cNvPicPr preferRelativeResize="0"/>
          <p:nvPr/>
        </p:nvPicPr>
        <p:blipFill>
          <a:blip r:embed="rId3">
            <a:alphaModFix/>
          </a:blip>
          <a:stretch>
            <a:fillRect/>
          </a:stretch>
        </p:blipFill>
        <p:spPr>
          <a:xfrm>
            <a:off x="551400" y="327725"/>
            <a:ext cx="8528500" cy="3875326"/>
          </a:xfrm>
          <a:prstGeom prst="rect">
            <a:avLst/>
          </a:prstGeom>
          <a:noFill/>
          <a:ln>
            <a:noFill/>
          </a:ln>
        </p:spPr>
      </p:pic>
      <p:sp>
        <p:nvSpPr>
          <p:cNvPr id="451" name="Google Shape;451;p71"/>
          <p:cNvSpPr/>
          <p:nvPr/>
        </p:nvSpPr>
        <p:spPr>
          <a:xfrm>
            <a:off x="573008" y="2929797"/>
            <a:ext cx="8492100" cy="858000"/>
          </a:xfrm>
          <a:prstGeom prst="rect">
            <a:avLst/>
          </a:prstGeom>
          <a:noFill/>
          <a:ln cap="flat" cmpd="sng" w="19050">
            <a:solidFill>
              <a:srgbClr val="0071BB"/>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71"/>
          <p:cNvSpPr/>
          <p:nvPr/>
        </p:nvSpPr>
        <p:spPr>
          <a:xfrm>
            <a:off x="4207236" y="2940131"/>
            <a:ext cx="3525600" cy="3318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71BB"/>
                </a:solidFill>
              </a:rPr>
              <a:t>Hàm xử lý sự kiện khi bấm nút Màu vàng</a:t>
            </a:r>
            <a:endParaRPr>
              <a:solidFill>
                <a:srgbClr val="0071BB"/>
              </a:solidFill>
            </a:endParaRPr>
          </a:p>
        </p:txBody>
      </p:sp>
      <p:cxnSp>
        <p:nvCxnSpPr>
          <p:cNvPr id="453" name="Google Shape;453;p71"/>
          <p:cNvCxnSpPr/>
          <p:nvPr/>
        </p:nvCxnSpPr>
        <p:spPr>
          <a:xfrm flipH="1" rot="10800000">
            <a:off x="1326350" y="1955500"/>
            <a:ext cx="2490900" cy="30900"/>
          </a:xfrm>
          <a:prstGeom prst="straightConnector1">
            <a:avLst/>
          </a:prstGeom>
          <a:noFill/>
          <a:ln cap="flat" cmpd="sng" w="28575">
            <a:solidFill>
              <a:srgbClr val="00ADEE"/>
            </a:solidFill>
            <a:prstDash val="solid"/>
            <a:round/>
            <a:headEnd len="med" w="med" type="none"/>
            <a:tailEnd len="med" w="med" type="none"/>
          </a:ln>
        </p:spPr>
      </p:cxnSp>
      <p:sp>
        <p:nvSpPr>
          <p:cNvPr id="454" name="Google Shape;454;p71"/>
          <p:cNvSpPr/>
          <p:nvPr/>
        </p:nvSpPr>
        <p:spPr>
          <a:xfrm>
            <a:off x="4411049" y="1465875"/>
            <a:ext cx="3484800" cy="3285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rgbClr val="0071BB"/>
                </a:solidFill>
              </a:rPr>
              <a:t>Thêm event handler cho nút Màu vàng</a:t>
            </a:r>
            <a:endParaRPr>
              <a:solidFill>
                <a:srgbClr val="0071BB"/>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72"/>
          <p:cNvPicPr preferRelativeResize="0"/>
          <p:nvPr/>
        </p:nvPicPr>
        <p:blipFill>
          <a:blip r:embed="rId3">
            <a:alphaModFix/>
          </a:blip>
          <a:stretch>
            <a:fillRect/>
          </a:stretch>
        </p:blipFill>
        <p:spPr>
          <a:xfrm>
            <a:off x="1817875" y="758175"/>
            <a:ext cx="7255149" cy="4080524"/>
          </a:xfrm>
          <a:prstGeom prst="rect">
            <a:avLst/>
          </a:prstGeom>
          <a:noFill/>
          <a:ln cap="flat" cmpd="sng" w="9525">
            <a:solidFill>
              <a:schemeClr val="dk2"/>
            </a:solidFill>
            <a:prstDash val="solid"/>
            <a:round/>
            <a:headEnd len="sm" w="sm" type="none"/>
            <a:tailEnd len="sm" w="sm" type="none"/>
          </a:ln>
        </p:spPr>
      </p:pic>
      <p:sp>
        <p:nvSpPr>
          <p:cNvPr id="460" name="Google Shape;460;p72"/>
          <p:cNvSpPr/>
          <p:nvPr/>
        </p:nvSpPr>
        <p:spPr>
          <a:xfrm>
            <a:off x="3209649" y="4198729"/>
            <a:ext cx="601975" cy="380480"/>
          </a:xfrm>
          <a:custGeom>
            <a:rect b="b" l="l" r="r" t="t"/>
            <a:pathLst>
              <a:path extrusionOk="0" h="17106" w="25333">
                <a:moveTo>
                  <a:pt x="0" y="15286"/>
                </a:moveTo>
                <a:cubicBezTo>
                  <a:pt x="7380" y="16269"/>
                  <a:pt x="16598" y="19137"/>
                  <a:pt x="22317" y="14369"/>
                </a:cubicBezTo>
                <a:cubicBezTo>
                  <a:pt x="25999" y="11299"/>
                  <a:pt x="26318" y="3390"/>
                  <a:pt x="22928" y="0"/>
                </a:cubicBezTo>
              </a:path>
            </a:pathLst>
          </a:custGeom>
          <a:noFill/>
          <a:ln cap="flat" cmpd="sng" w="9525">
            <a:solidFill>
              <a:srgbClr val="00ADEE"/>
            </a:solidFill>
            <a:prstDash val="solid"/>
            <a:round/>
            <a:headEnd len="med" w="med" type="none"/>
            <a:tailEnd len="med" w="med" type="stealth"/>
          </a:ln>
        </p:spPr>
      </p:sp>
      <p:sp>
        <p:nvSpPr>
          <p:cNvPr id="461" name="Google Shape;461;p72"/>
          <p:cNvSpPr/>
          <p:nvPr/>
        </p:nvSpPr>
        <p:spPr>
          <a:xfrm>
            <a:off x="4361599" y="4102291"/>
            <a:ext cx="1460160" cy="310608"/>
          </a:xfrm>
          <a:prstGeom prst="flowChartTerminator">
            <a:avLst/>
          </a:prstGeom>
          <a:solidFill>
            <a:srgbClr val="00AD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37278E"/>
                </a:solidFill>
              </a:rPr>
              <a:t>devcamp-sample</a:t>
            </a:r>
            <a:endParaRPr sz="1100">
              <a:solidFill>
                <a:srgbClr val="37278E"/>
              </a:solidFill>
            </a:endParaRPr>
          </a:p>
        </p:txBody>
      </p:sp>
      <p:sp>
        <p:nvSpPr>
          <p:cNvPr id="462" name="Google Shape;462;p72"/>
          <p:cNvSpPr txBox="1"/>
          <p:nvPr/>
        </p:nvSpPr>
        <p:spPr>
          <a:xfrm>
            <a:off x="593125" y="31825"/>
            <a:ext cx="820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37278E"/>
                </a:solidFill>
              </a:rPr>
              <a:t>Kết quả subTask 4: </a:t>
            </a:r>
            <a:endParaRPr b="1" sz="2078">
              <a:solidFill>
                <a:srgbClr val="1F497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003091"/>
      </a:accent1>
      <a:accent2>
        <a:srgbClr val="0071BB"/>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